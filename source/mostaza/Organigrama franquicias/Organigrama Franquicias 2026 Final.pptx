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77" r:id="rId1"/>
  </p:sldMasterIdLst>
  <p:notesMasterIdLst>
    <p:notesMasterId r:id="rId3"/>
  </p:notesMasterIdLst>
  <p:handoutMasterIdLst>
    <p:handoutMasterId r:id="rId4"/>
  </p:handoutMasterIdLst>
  <p:sldIdLst>
    <p:sldId id="307" r:id="rId2"/>
  </p:sldIdLst>
  <p:sldSz cx="35999738" cy="18000663"/>
  <p:notesSz cx="6797675" cy="9926638"/>
  <p:defaultTextStyle>
    <a:defPPr rtl="0">
      <a:defRPr lang="es-ES"/>
    </a:defPPr>
    <a:lvl1pPr marL="0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1pPr>
    <a:lvl2pPr marL="1223600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2pPr>
    <a:lvl3pPr marL="2447198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3pPr>
    <a:lvl4pPr marL="3670798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4pPr>
    <a:lvl5pPr marL="4894395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5pPr>
    <a:lvl6pPr marL="6117996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6pPr>
    <a:lvl7pPr marL="7341593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7pPr>
    <a:lvl8pPr marL="8565192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8pPr>
    <a:lvl9pPr marL="9788789" algn="l" defTabSz="2447198" rtl="0" eaLnBrk="1" latinLnBrk="0" hangingPunct="1">
      <a:defRPr sz="48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1361" userDrawn="1">
          <p15:clr>
            <a:srgbClr val="A4A3A4"/>
          </p15:clr>
        </p15:guide>
        <p15:guide id="2" orient="horz" pos="566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8497B0"/>
    <a:srgbClr val="A6EDD2"/>
    <a:srgbClr val="D9D9D9"/>
    <a:srgbClr val="E9FCFD"/>
    <a:srgbClr val="C1CCF6"/>
    <a:srgbClr val="D5BAEB"/>
    <a:srgbClr val="8E9DEF"/>
    <a:srgbClr val="A3E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29" d="100"/>
          <a:sy n="29" d="100"/>
        </p:scale>
        <p:origin x="538" y="91"/>
      </p:cViewPr>
      <p:guideLst>
        <p:guide pos="11361"/>
        <p:guide orient="horz" pos="56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722C5104-B160-49CA-BBEA-F89DC47F2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A77B3F-59DC-4CD3-9EDD-457BB0F4ED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/>
            </a:lvl1pPr>
          </a:lstStyle>
          <a:p>
            <a:pPr rtl="0"/>
            <a:fld id="{A797441F-5656-45E4-BF28-08511D0C3577}" type="datetime1">
              <a:rPr lang="es-ES" smtClean="0"/>
              <a:t>28/08/2026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D14D80-1829-4047-8B70-CA13F85B2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19C54F4-FD5F-49B3-9277-2EBC1373B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/>
            </a:lvl1pPr>
          </a:lstStyle>
          <a:p>
            <a:pPr rtl="0"/>
            <a:fld id="{A537205A-E1E8-4792-BFE4-BDA00885454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29826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2885" tIns="46442" rIns="92885" bIns="46442" rtlCol="0"/>
          <a:lstStyle>
            <a:lvl1pPr algn="r">
              <a:defRPr sz="1200"/>
            </a:lvl1pPr>
          </a:lstStyle>
          <a:p>
            <a:fld id="{6D5BE5E6-567E-4D94-89FA-04CB0E3113A8}" type="datetime1">
              <a:rPr lang="es-ES" smtClean="0"/>
              <a:pPr/>
              <a:t>28/08/2026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9213" y="1241425"/>
            <a:ext cx="66992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85" tIns="46442" rIns="92885" bIns="46442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2885" tIns="46442" rIns="92885" bIns="46442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2885" tIns="46442" rIns="92885" bIns="46442" rtlCol="0" anchor="b"/>
          <a:lstStyle>
            <a:lvl1pPr algn="r">
              <a:defRPr sz="1200"/>
            </a:lvl1pPr>
          </a:lstStyle>
          <a:p>
            <a:pPr rtl="0"/>
            <a:fld id="{B32C31BA-67D8-413F-A5DD-028125073D1D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5508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1pPr>
    <a:lvl2pPr marL="1223600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2pPr>
    <a:lvl3pPr marL="2447198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3pPr>
    <a:lvl4pPr marL="3670798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4pPr>
    <a:lvl5pPr marL="4894395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5pPr>
    <a:lvl6pPr marL="6117996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6pPr>
    <a:lvl7pPr marL="7341593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7pPr>
    <a:lvl8pPr marL="8565192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8pPr>
    <a:lvl9pPr marL="9788789" algn="l" defTabSz="2447198" rtl="0" eaLnBrk="1" latinLnBrk="0" hangingPunct="1">
      <a:defRPr sz="32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91382-2038-A009-0D2A-2A2A0165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7FFEBA-0606-BBE4-227E-2FFB63A47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  <p:txBody>
          <a:bodyPr/>
          <a:lstStyle/>
          <a:p>
            <a:endParaRPr lang="es-AR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7B0DF6D-0859-8B1A-5819-8397FBAEB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BF6ECE-B71A-B9C8-2A19-306C02558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32C31BA-67D8-413F-A5DD-028125073D1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0143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787" y="810263"/>
            <a:ext cx="15467345" cy="2239852"/>
          </a:xfrm>
        </p:spPr>
        <p:txBody>
          <a:bodyPr rtlCol="0">
            <a:noAutofit/>
          </a:bodyPr>
          <a:lstStyle>
            <a:lvl1pPr>
              <a:defRPr sz="6000" b="1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69DB05-464B-4A4C-9125-E9B98BD04EF1}" type="datetime1">
              <a:rPr lang="es-ES" noProof="0" smtClean="0"/>
              <a:t>28/08/2026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3779" y="2570925"/>
            <a:ext cx="10574924" cy="958372"/>
          </a:xfrm>
        </p:spPr>
        <p:txBody>
          <a:bodyPr rtlCol="0">
            <a:noAutofit/>
          </a:bodyPr>
          <a:lstStyle>
            <a:lvl1pPr marL="0" indent="0">
              <a:spcBef>
                <a:spcPts val="1500"/>
              </a:spcBef>
              <a:buNone/>
              <a:defRPr sz="3334" b="1"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44521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787" y="810263"/>
            <a:ext cx="15467345" cy="2239852"/>
          </a:xfrm>
        </p:spPr>
        <p:txBody>
          <a:bodyPr rtlCol="0">
            <a:noAutofit/>
          </a:bodyPr>
          <a:lstStyle>
            <a:lvl1pPr>
              <a:defRPr sz="6000" b="1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562EFA-D688-489D-B093-1B82DF9297E4}" type="datetime1">
              <a:rPr lang="es-ES" noProof="0" smtClean="0"/>
              <a:t>28/08/2026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3779" y="2570925"/>
            <a:ext cx="10574924" cy="958372"/>
          </a:xfrm>
        </p:spPr>
        <p:txBody>
          <a:bodyPr rtlCol="0">
            <a:noAutofit/>
          </a:bodyPr>
          <a:lstStyle>
            <a:lvl1pPr marL="0" indent="0">
              <a:spcBef>
                <a:spcPts val="1500"/>
              </a:spcBef>
              <a:buNone/>
              <a:defRPr sz="3334" b="1"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2492" y="4050151"/>
            <a:ext cx="33524756" cy="12425456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8604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2D4183-9737-47D0-A399-C54D7F7C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986" y="958371"/>
            <a:ext cx="31049775" cy="3479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E3A5CB-DFC3-4FD4-B13D-480B9D57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74986" y="4791846"/>
            <a:ext cx="31049775" cy="11421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50C37A-64D2-409F-A58F-B4B1F1F34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74982" y="16683951"/>
            <a:ext cx="8099943" cy="958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4352B62-D93E-4B79-B958-C59D47A1AD8F}" type="datetime1">
              <a:rPr lang="es-ES" noProof="0" smtClean="0"/>
              <a:t>28/08/2026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4EBE4-7608-464D-BFA2-97741404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924918" y="16683951"/>
            <a:ext cx="12149911" cy="958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6BEC42-CA83-4077-8D77-E2514DA72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424814" y="16683951"/>
            <a:ext cx="8099943" cy="958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761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</p:sldLayoutIdLst>
  <p:hf sldNum="0" hdr="0" ftr="0" dt="0"/>
  <p:txStyles>
    <p:titleStyle>
      <a:lvl1pPr algn="l" defTabSz="1524076" rtl="0" eaLnBrk="1" latinLnBrk="0" hangingPunct="1">
        <a:lnSpc>
          <a:spcPct val="90000"/>
        </a:lnSpc>
        <a:spcBef>
          <a:spcPct val="0"/>
        </a:spcBef>
        <a:buNone/>
        <a:defRPr sz="73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1019" indent="-381019" algn="l" defTabSz="1524076" rtl="0" eaLnBrk="1" latinLnBrk="0" hangingPunct="1">
        <a:lnSpc>
          <a:spcPct val="90000"/>
        </a:lnSpc>
        <a:spcBef>
          <a:spcPts val="1666"/>
        </a:spcBef>
        <a:buFont typeface="Arial" panose="020B0604020202020204" pitchFamily="34" charset="0"/>
        <a:buChar char="•"/>
        <a:defRPr sz="4668" kern="1200">
          <a:solidFill>
            <a:schemeClr val="tx1"/>
          </a:solidFill>
          <a:latin typeface="+mn-lt"/>
          <a:ea typeface="+mn-ea"/>
          <a:cs typeface="+mn-cs"/>
        </a:defRPr>
      </a:lvl1pPr>
      <a:lvl2pPr marL="1143058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5095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3334" kern="1200">
          <a:solidFill>
            <a:schemeClr val="tx1"/>
          </a:solidFill>
          <a:latin typeface="+mn-lt"/>
          <a:ea typeface="+mn-ea"/>
          <a:cs typeface="+mn-cs"/>
        </a:defRPr>
      </a:lvl3pPr>
      <a:lvl4pPr marL="2667134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9171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1210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3248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5286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7324" indent="-381019" algn="l" defTabSz="1524076" rtl="0" eaLnBrk="1" latinLnBrk="0" hangingPunct="1">
        <a:lnSpc>
          <a:spcPct val="90000"/>
        </a:lnSpc>
        <a:spcBef>
          <a:spcPts val="834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38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76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6114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8153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10190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2229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4266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6305" algn="l" defTabSz="1524076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18" Type="http://schemas.openxmlformats.org/officeDocument/2006/relationships/image" Target="../media/image16.jpe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19E2F-0D1A-C098-6A81-A43F4C28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ángulo: esquinas redondeadas 460">
            <a:extLst>
              <a:ext uri="{FF2B5EF4-FFF2-40B4-BE49-F238E27FC236}">
                <a16:creationId xmlns:a16="http://schemas.microsoft.com/office/drawing/2014/main" id="{A198C398-F62C-2381-B067-E2FEFAC25929}"/>
              </a:ext>
            </a:extLst>
          </p:cNvPr>
          <p:cNvSpPr/>
          <p:nvPr/>
        </p:nvSpPr>
        <p:spPr>
          <a:xfrm>
            <a:off x="7701088" y="15238559"/>
            <a:ext cx="1888071" cy="62202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CARRE QUILMES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Lilen</a:t>
            </a: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Aguirre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62" name="Conector recto 461">
            <a:extLst>
              <a:ext uri="{FF2B5EF4-FFF2-40B4-BE49-F238E27FC236}">
                <a16:creationId xmlns:a16="http://schemas.microsoft.com/office/drawing/2014/main" id="{3FE7F16D-347F-1601-2797-C8BD95B963AE}"/>
              </a:ext>
            </a:extLst>
          </p:cNvPr>
          <p:cNvCxnSpPr>
            <a:cxnSpLocks/>
          </p:cNvCxnSpPr>
          <p:nvPr/>
        </p:nvCxnSpPr>
        <p:spPr>
          <a:xfrm>
            <a:off x="13463701" y="5434513"/>
            <a:ext cx="0" cy="87482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Diagrama de flujo: documento 507">
            <a:extLst>
              <a:ext uri="{FF2B5EF4-FFF2-40B4-BE49-F238E27FC236}">
                <a16:creationId xmlns:a16="http://schemas.microsoft.com/office/drawing/2014/main" id="{84EF7906-3FE8-A24F-43A6-0BFE82539DE1}"/>
              </a:ext>
            </a:extLst>
          </p:cNvPr>
          <p:cNvSpPr/>
          <p:nvPr/>
        </p:nvSpPr>
        <p:spPr>
          <a:xfrm>
            <a:off x="0" y="0"/>
            <a:ext cx="35999738" cy="1406237"/>
          </a:xfrm>
          <a:prstGeom prst="flowChartDocument">
            <a:avLst/>
          </a:prstGeom>
          <a:solidFill>
            <a:srgbClr val="EA00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9" name="Image 0" descr="preencoded.png">
            <a:extLst>
              <a:ext uri="{FF2B5EF4-FFF2-40B4-BE49-F238E27FC236}">
                <a16:creationId xmlns:a16="http://schemas.microsoft.com/office/drawing/2014/main" id="{99CF3E87-64C7-8FE1-4967-EF23C036D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83536" y="169340"/>
            <a:ext cx="1518264" cy="1109120"/>
          </a:xfrm>
          <a:prstGeom prst="rect">
            <a:avLst/>
          </a:prstGeom>
        </p:spPr>
      </p:pic>
      <p:sp>
        <p:nvSpPr>
          <p:cNvPr id="70" name="CuadroTexto 69">
            <a:extLst>
              <a:ext uri="{FF2B5EF4-FFF2-40B4-BE49-F238E27FC236}">
                <a16:creationId xmlns:a16="http://schemas.microsoft.com/office/drawing/2014/main" id="{4E604287-2CBB-9E67-D85B-A48A7BEC2CEA}"/>
              </a:ext>
            </a:extLst>
          </p:cNvPr>
          <p:cNvSpPr txBox="1"/>
          <p:nvPr/>
        </p:nvSpPr>
        <p:spPr>
          <a:xfrm>
            <a:off x="10938346" y="304128"/>
            <a:ext cx="23781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Organigrama Operaciones  2026</a:t>
            </a:r>
            <a:endParaRPr lang="es-AR" sz="6000" b="1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1" name="Picture 8" descr="Bandera Argentina Círculo Gratis Dibujos Animados Imágene｜Illustoon ES">
            <a:extLst>
              <a:ext uri="{FF2B5EF4-FFF2-40B4-BE49-F238E27FC236}">
                <a16:creationId xmlns:a16="http://schemas.microsoft.com/office/drawing/2014/main" id="{66C2E3CB-4D3D-4102-39D7-C2A27376F6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7" t="16662" r="16796" b="17451"/>
          <a:stretch/>
        </p:blipFill>
        <p:spPr bwMode="auto">
          <a:xfrm>
            <a:off x="34165744" y="169340"/>
            <a:ext cx="1109120" cy="1109120"/>
          </a:xfrm>
          <a:prstGeom prst="ellipse">
            <a:avLst/>
          </a:prstGeom>
          <a:ln w="3175" cap="rnd">
            <a:noFill/>
            <a:prstDash val="solid"/>
          </a:ln>
          <a:effectLst/>
          <a:scene3d>
            <a:camera prst="orthographicFront"/>
            <a:lightRig rig="threePt" dir="t">
              <a:rot lat="0" lon="0" rev="19200000"/>
            </a:lightRig>
          </a:scene3d>
          <a:sp3d extrusionH="25400"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F0BCDD4-2AD7-6433-F979-BBEEC036CE92}"/>
              </a:ext>
            </a:extLst>
          </p:cNvPr>
          <p:cNvCxnSpPr>
            <a:cxnSpLocks/>
          </p:cNvCxnSpPr>
          <p:nvPr/>
        </p:nvCxnSpPr>
        <p:spPr>
          <a:xfrm>
            <a:off x="34725490" y="3525911"/>
            <a:ext cx="0" cy="4653058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7" name="Grupo 496">
            <a:extLst>
              <a:ext uri="{FF2B5EF4-FFF2-40B4-BE49-F238E27FC236}">
                <a16:creationId xmlns:a16="http://schemas.microsoft.com/office/drawing/2014/main" id="{02A4FC17-8EF4-6EA7-3506-DDC1995EF446}"/>
              </a:ext>
            </a:extLst>
          </p:cNvPr>
          <p:cNvGrpSpPr/>
          <p:nvPr/>
        </p:nvGrpSpPr>
        <p:grpSpPr>
          <a:xfrm>
            <a:off x="4381472" y="1393386"/>
            <a:ext cx="30338831" cy="4316316"/>
            <a:chOff x="6329401" y="1789293"/>
            <a:chExt cx="30338831" cy="4316316"/>
          </a:xfrm>
        </p:grpSpPr>
        <p:pic>
          <p:nvPicPr>
            <p:cNvPr id="453" name="Imagen 452" descr="Mujer posando para la cámara delante de una pared blanca&#10;&#10;Descripción generada automáticamente con confianza media">
              <a:extLst>
                <a:ext uri="{FF2B5EF4-FFF2-40B4-BE49-F238E27FC236}">
                  <a16:creationId xmlns:a16="http://schemas.microsoft.com/office/drawing/2014/main" id="{1D765CF1-1A18-5FC8-E6E2-05816F1583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520" t="-1" r="23353" b="23818"/>
            <a:stretch>
              <a:fillRect/>
            </a:stretch>
          </p:blipFill>
          <p:spPr>
            <a:xfrm>
              <a:off x="27762905" y="4210690"/>
              <a:ext cx="1796270" cy="18000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454" name="Imagen 453">
              <a:extLst>
                <a:ext uri="{FF2B5EF4-FFF2-40B4-BE49-F238E27FC236}">
                  <a16:creationId xmlns:a16="http://schemas.microsoft.com/office/drawing/2014/main" id="{A61A4D8B-21E4-936D-F333-1FABD0B7A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785704" y="1789293"/>
              <a:ext cx="1921347" cy="180002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618" name="Imagen 617">
              <a:extLst>
                <a:ext uri="{FF2B5EF4-FFF2-40B4-BE49-F238E27FC236}">
                  <a16:creationId xmlns:a16="http://schemas.microsoft.com/office/drawing/2014/main" id="{959939A8-ABED-AC85-5F00-10948F4C4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29401" y="4305583"/>
              <a:ext cx="1777789" cy="180002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73" name="Rectángulo: esquinas redondeadas 272">
              <a:extLst>
                <a:ext uri="{FF2B5EF4-FFF2-40B4-BE49-F238E27FC236}">
                  <a16:creationId xmlns:a16="http://schemas.microsoft.com/office/drawing/2014/main" id="{DFBEF1F9-E6F2-A61E-8933-5025B7149205}"/>
                </a:ext>
              </a:extLst>
            </p:cNvPr>
            <p:cNvSpPr/>
            <p:nvPr/>
          </p:nvSpPr>
          <p:spPr>
            <a:xfrm>
              <a:off x="18895930" y="2399176"/>
              <a:ext cx="4256010" cy="612934"/>
            </a:xfrm>
            <a:prstGeom prst="roundRect">
              <a:avLst/>
            </a:prstGeom>
            <a:noFill/>
          </p:spPr>
          <p:txBody>
            <a:bodyPr wrap="square">
              <a:spAutoFit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6784">
                <a:spcBef>
                  <a:spcPct val="0"/>
                </a:spcBef>
                <a:spcAft>
                  <a:spcPct val="35000"/>
                </a:spcAft>
              </a:pPr>
              <a:r>
                <a:rPr lang="es-AR" sz="3000" b="1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GONZALO SANCHEZ</a:t>
              </a:r>
            </a:p>
          </p:txBody>
        </p:sp>
        <p:sp>
          <p:nvSpPr>
            <p:cNvPr id="283" name="CuadroTexto 282">
              <a:extLst>
                <a:ext uri="{FF2B5EF4-FFF2-40B4-BE49-F238E27FC236}">
                  <a16:creationId xmlns:a16="http://schemas.microsoft.com/office/drawing/2014/main" id="{DABFF66E-4DB1-2E87-9ED2-80BF5CFC5B05}"/>
                </a:ext>
              </a:extLst>
            </p:cNvPr>
            <p:cNvSpPr txBox="1"/>
            <p:nvPr/>
          </p:nvSpPr>
          <p:spPr>
            <a:xfrm>
              <a:off x="19038643" y="2962104"/>
              <a:ext cx="7658602" cy="622026"/>
            </a:xfrm>
            <a:prstGeom prst="rect">
              <a:avLst/>
            </a:prstGeom>
            <a:solidFill>
              <a:schemeClr val="accent5"/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19" numCol="1" spcCol="1270" rtlCol="0" anchor="ctr" anchorCtr="0">
              <a:noAutofit/>
              <a:flatTx/>
            </a:bodyPr>
            <a:lstStyle>
              <a:defPPr rtl="0">
                <a:defRPr lang="es-ES"/>
              </a:defPPr>
              <a:lvl1pPr algn="ctr" defTabSz="666784">
                <a:spcBef>
                  <a:spcPct val="0"/>
                </a:spcBef>
                <a:spcAft>
                  <a:spcPct val="35000"/>
                </a:spcAft>
                <a:defRPr sz="2334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s-ES"/>
                <a:t>Gerente de Operaciones – DIVISIÓN FRANQUICIAS</a:t>
              </a:r>
              <a:endParaRPr lang="es-AR"/>
            </a:p>
          </p:txBody>
        </p:sp>
        <p:cxnSp>
          <p:nvCxnSpPr>
            <p:cNvPr id="646" name="Conector recto 645">
              <a:extLst>
                <a:ext uri="{FF2B5EF4-FFF2-40B4-BE49-F238E27FC236}">
                  <a16:creationId xmlns:a16="http://schemas.microsoft.com/office/drawing/2014/main" id="{61F4528B-4EB4-2D86-3B14-2640699B7C4A}"/>
                </a:ext>
              </a:extLst>
            </p:cNvPr>
            <p:cNvCxnSpPr>
              <a:cxnSpLocks/>
            </p:cNvCxnSpPr>
            <p:nvPr/>
          </p:nvCxnSpPr>
          <p:spPr>
            <a:xfrm>
              <a:off x="7218296" y="3900322"/>
              <a:ext cx="29449936" cy="0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Conector recto 649">
              <a:extLst>
                <a:ext uri="{FF2B5EF4-FFF2-40B4-BE49-F238E27FC236}">
                  <a16:creationId xmlns:a16="http://schemas.microsoft.com/office/drawing/2014/main" id="{7A581DBF-7571-FF04-0930-830562061FC2}"/>
                </a:ext>
              </a:extLst>
            </p:cNvPr>
            <p:cNvCxnSpPr>
              <a:cxnSpLocks/>
            </p:cNvCxnSpPr>
            <p:nvPr/>
          </p:nvCxnSpPr>
          <p:spPr>
            <a:xfrm>
              <a:off x="28661040" y="3893494"/>
              <a:ext cx="0" cy="31036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Conector recto 657">
              <a:extLst>
                <a:ext uri="{FF2B5EF4-FFF2-40B4-BE49-F238E27FC236}">
                  <a16:creationId xmlns:a16="http://schemas.microsoft.com/office/drawing/2014/main" id="{86C59880-176F-CE2E-4D07-B5BA45616D55}"/>
                </a:ext>
              </a:extLst>
            </p:cNvPr>
            <p:cNvCxnSpPr>
              <a:cxnSpLocks/>
            </p:cNvCxnSpPr>
            <p:nvPr/>
          </p:nvCxnSpPr>
          <p:spPr>
            <a:xfrm>
              <a:off x="17987887" y="3900322"/>
              <a:ext cx="0" cy="31036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Conector recto 658">
              <a:extLst>
                <a:ext uri="{FF2B5EF4-FFF2-40B4-BE49-F238E27FC236}">
                  <a16:creationId xmlns:a16="http://schemas.microsoft.com/office/drawing/2014/main" id="{25A14462-99C2-B27C-F837-88ED556A1180}"/>
                </a:ext>
              </a:extLst>
            </p:cNvPr>
            <p:cNvCxnSpPr>
              <a:cxnSpLocks/>
            </p:cNvCxnSpPr>
            <p:nvPr/>
          </p:nvCxnSpPr>
          <p:spPr>
            <a:xfrm>
              <a:off x="7218296" y="3995215"/>
              <a:ext cx="0" cy="31036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6" name="Rectángulo: esquinas redondeadas 665">
              <a:extLst>
                <a:ext uri="{FF2B5EF4-FFF2-40B4-BE49-F238E27FC236}">
                  <a16:creationId xmlns:a16="http://schemas.microsoft.com/office/drawing/2014/main" id="{E3D4B7B7-2752-06EC-0163-FC7FB879F84F}"/>
                </a:ext>
              </a:extLst>
            </p:cNvPr>
            <p:cNvSpPr/>
            <p:nvPr/>
          </p:nvSpPr>
          <p:spPr>
            <a:xfrm>
              <a:off x="29670337" y="4735982"/>
              <a:ext cx="5462128" cy="612934"/>
            </a:xfrm>
            <a:prstGeom prst="roundRect">
              <a:avLst/>
            </a:prstGeom>
            <a:noFill/>
          </p:spPr>
          <p:txBody>
            <a:bodyPr wrap="square">
              <a:spAutoFit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6784">
                <a:spcBef>
                  <a:spcPct val="0"/>
                </a:spcBef>
                <a:spcAft>
                  <a:spcPct val="35000"/>
                </a:spcAft>
              </a:pPr>
              <a:r>
                <a:rPr lang="es-ES" sz="30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MELISA CASTILLO</a:t>
              </a:r>
              <a:endParaRPr lang="es-AR" sz="30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3" name="Rectángulo: esquinas redondeadas 672">
              <a:extLst>
                <a:ext uri="{FF2B5EF4-FFF2-40B4-BE49-F238E27FC236}">
                  <a16:creationId xmlns:a16="http://schemas.microsoft.com/office/drawing/2014/main" id="{8015E2F5-44EB-27C0-6B1F-2059DB6D03F8}"/>
                </a:ext>
              </a:extLst>
            </p:cNvPr>
            <p:cNvSpPr/>
            <p:nvPr/>
          </p:nvSpPr>
          <p:spPr>
            <a:xfrm>
              <a:off x="8336749" y="4804236"/>
              <a:ext cx="3348573" cy="612934"/>
            </a:xfrm>
            <a:prstGeom prst="roundRect">
              <a:avLst/>
            </a:prstGeom>
            <a:noFill/>
          </p:spPr>
          <p:txBody>
            <a:bodyPr wrap="square">
              <a:spAutoFit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6784">
                <a:spcBef>
                  <a:spcPct val="0"/>
                </a:spcBef>
                <a:spcAft>
                  <a:spcPct val="35000"/>
                </a:spcAft>
              </a:pPr>
              <a:r>
                <a:rPr lang="es-ES" sz="30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HERNÁN DALTO</a:t>
              </a:r>
              <a:endParaRPr lang="es-AR" sz="30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4" name="CuadroTexto 673">
              <a:extLst>
                <a:ext uri="{FF2B5EF4-FFF2-40B4-BE49-F238E27FC236}">
                  <a16:creationId xmlns:a16="http://schemas.microsoft.com/office/drawing/2014/main" id="{2BE78557-E7A6-F4FB-45E4-8E934CFA2E1E}"/>
                </a:ext>
              </a:extLst>
            </p:cNvPr>
            <p:cNvSpPr txBox="1"/>
            <p:nvPr/>
          </p:nvSpPr>
          <p:spPr>
            <a:xfrm>
              <a:off x="8414659" y="5341850"/>
              <a:ext cx="5046838" cy="622027"/>
            </a:xfrm>
            <a:prstGeom prst="rect">
              <a:avLst/>
            </a:prstGeom>
            <a:solidFill>
              <a:schemeClr val="accent5"/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19" numCol="1" spcCol="1270" rtlCol="0" anchor="ctr" anchorCtr="0">
              <a:noAutofit/>
              <a:flatTx/>
            </a:bodyPr>
            <a:lstStyle>
              <a:defPPr rtl="0">
                <a:defRPr lang="es-ES"/>
              </a:defPPr>
              <a:lvl1pPr algn="ctr" defTabSz="666784">
                <a:spcBef>
                  <a:spcPct val="0"/>
                </a:spcBef>
                <a:spcAft>
                  <a:spcPct val="35000"/>
                </a:spcAft>
                <a:defRPr sz="2300" b="1">
                  <a:solidFill>
                    <a:schemeClr val="bg1"/>
                  </a:solidFill>
                  <a:latin typeface="Poppins"/>
                  <a:cs typeface="Poppins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s-ES" dirty="0"/>
                <a:t>Gerente Regional de Operaciones</a:t>
              </a:r>
              <a:endParaRPr lang="es-AR" dirty="0"/>
            </a:p>
          </p:txBody>
        </p:sp>
        <p:sp>
          <p:nvSpPr>
            <p:cNvPr id="675" name="Rectángulo: esquinas redondeadas 674">
              <a:extLst>
                <a:ext uri="{FF2B5EF4-FFF2-40B4-BE49-F238E27FC236}">
                  <a16:creationId xmlns:a16="http://schemas.microsoft.com/office/drawing/2014/main" id="{C15C7DB7-7684-D45C-6E8D-F518F2B5B01C}"/>
                </a:ext>
              </a:extLst>
            </p:cNvPr>
            <p:cNvSpPr/>
            <p:nvPr/>
          </p:nvSpPr>
          <p:spPr>
            <a:xfrm>
              <a:off x="19114138" y="4695973"/>
              <a:ext cx="8392316" cy="612934"/>
            </a:xfrm>
            <a:prstGeom prst="roundRect">
              <a:avLst/>
            </a:prstGeom>
            <a:noFill/>
          </p:spPr>
          <p:txBody>
            <a:bodyPr wrap="square">
              <a:spAutoFit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66784">
                <a:spcBef>
                  <a:spcPct val="0"/>
                </a:spcBef>
                <a:spcAft>
                  <a:spcPct val="35000"/>
                </a:spcAft>
              </a:pPr>
              <a:r>
                <a:rPr lang="es-ES" sz="30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CECILIA RICCADONNA</a:t>
              </a:r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61D42396-8FF3-0404-A76C-2D4D9CE2B27F}"/>
                </a:ext>
              </a:extLst>
            </p:cNvPr>
            <p:cNvCxnSpPr>
              <a:cxnSpLocks/>
            </p:cNvCxnSpPr>
            <p:nvPr/>
          </p:nvCxnSpPr>
          <p:spPr>
            <a:xfrm>
              <a:off x="9687417" y="5331825"/>
              <a:ext cx="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CuadroTexto 485">
              <a:extLst>
                <a:ext uri="{FF2B5EF4-FFF2-40B4-BE49-F238E27FC236}">
                  <a16:creationId xmlns:a16="http://schemas.microsoft.com/office/drawing/2014/main" id="{48C3BD12-E64F-B3CC-A213-327F2AB2397A}"/>
                </a:ext>
              </a:extLst>
            </p:cNvPr>
            <p:cNvSpPr txBox="1"/>
            <p:nvPr/>
          </p:nvSpPr>
          <p:spPr>
            <a:xfrm>
              <a:off x="29801357" y="5248537"/>
              <a:ext cx="5046838" cy="622027"/>
            </a:xfrm>
            <a:prstGeom prst="rect">
              <a:avLst/>
            </a:prstGeom>
            <a:solidFill>
              <a:schemeClr val="accent5"/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19" numCol="1" spcCol="1270" rtlCol="0" anchor="ctr" anchorCtr="0">
              <a:noAutofit/>
              <a:flatTx/>
            </a:bodyPr>
            <a:lstStyle>
              <a:defPPr rtl="0">
                <a:defRPr lang="es-ES"/>
              </a:defPPr>
              <a:lvl1pPr algn="ctr" defTabSz="666784">
                <a:spcBef>
                  <a:spcPct val="0"/>
                </a:spcBef>
                <a:spcAft>
                  <a:spcPct val="35000"/>
                </a:spcAft>
                <a:defRPr sz="2300" b="1">
                  <a:solidFill>
                    <a:schemeClr val="bg1"/>
                  </a:solidFill>
                  <a:latin typeface="Poppins"/>
                  <a:cs typeface="Poppins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s-ES" dirty="0"/>
                <a:t>Gerente Regional de Operaciones</a:t>
              </a:r>
              <a:endParaRPr lang="es-AR" dirty="0"/>
            </a:p>
          </p:txBody>
        </p:sp>
        <p:sp>
          <p:nvSpPr>
            <p:cNvPr id="487" name="CuadroTexto 486">
              <a:extLst>
                <a:ext uri="{FF2B5EF4-FFF2-40B4-BE49-F238E27FC236}">
                  <a16:creationId xmlns:a16="http://schemas.microsoft.com/office/drawing/2014/main" id="{6FDA1F1B-9D06-11E3-2931-64C0A4828A93}"/>
                </a:ext>
              </a:extLst>
            </p:cNvPr>
            <p:cNvSpPr txBox="1"/>
            <p:nvPr/>
          </p:nvSpPr>
          <p:spPr>
            <a:xfrm>
              <a:off x="19233858" y="5274267"/>
              <a:ext cx="5046838" cy="622027"/>
            </a:xfrm>
            <a:prstGeom prst="rect">
              <a:avLst/>
            </a:prstGeom>
            <a:solidFill>
              <a:schemeClr val="accent5"/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19" numCol="1" spcCol="1270" rtlCol="0" anchor="ctr" anchorCtr="0">
              <a:noAutofit/>
              <a:flatTx/>
            </a:bodyPr>
            <a:lstStyle>
              <a:defPPr rtl="0">
                <a:defRPr lang="es-ES"/>
              </a:defPPr>
              <a:lvl1pPr algn="ctr" defTabSz="666784">
                <a:spcBef>
                  <a:spcPct val="0"/>
                </a:spcBef>
                <a:spcAft>
                  <a:spcPct val="35000"/>
                </a:spcAft>
                <a:defRPr sz="2300" b="1">
                  <a:solidFill>
                    <a:schemeClr val="bg1"/>
                  </a:solidFill>
                  <a:latin typeface="Poppins"/>
                  <a:cs typeface="Poppins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s-ES" dirty="0"/>
                <a:t>Gerente Regional de Operaciones</a:t>
              </a:r>
              <a:endParaRPr lang="es-AR" dirty="0"/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EF7F10A2-D84F-E8AA-CAA0-99473BC37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6535" t="1254" b="28075"/>
            <a:stretch>
              <a:fillRect/>
            </a:stretch>
          </p:blipFill>
          <p:spPr>
            <a:xfrm>
              <a:off x="17099660" y="4237697"/>
              <a:ext cx="1796270" cy="181134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FD714582-A350-77C6-9C5B-1FBDFC3504B4}"/>
              </a:ext>
            </a:extLst>
          </p:cNvPr>
          <p:cNvGrpSpPr/>
          <p:nvPr/>
        </p:nvGrpSpPr>
        <p:grpSpPr>
          <a:xfrm>
            <a:off x="4555172" y="5976184"/>
            <a:ext cx="2624839" cy="7499043"/>
            <a:chOff x="5464133" y="6212232"/>
            <a:chExt cx="2624839" cy="7499043"/>
          </a:xfrm>
        </p:grpSpPr>
        <p:pic>
          <p:nvPicPr>
            <p:cNvPr id="480" name="Imagen 479" descr="Una mujer con el cabello largo&#10;&#10;Descripción generada automáticamente">
              <a:extLst>
                <a:ext uri="{FF2B5EF4-FFF2-40B4-BE49-F238E27FC236}">
                  <a16:creationId xmlns:a16="http://schemas.microsoft.com/office/drawing/2014/main" id="{EEAB6F85-6CF5-AA66-E233-C0F6BE6211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18731"/>
            <a:stretch/>
          </p:blipFill>
          <p:spPr>
            <a:xfrm>
              <a:off x="5901670" y="6212232"/>
              <a:ext cx="1749764" cy="170618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504" name="Rectángulo: esquinas redondeadas 503">
              <a:extLst>
                <a:ext uri="{FF2B5EF4-FFF2-40B4-BE49-F238E27FC236}">
                  <a16:creationId xmlns:a16="http://schemas.microsoft.com/office/drawing/2014/main" id="{BC4CB87E-B139-8393-5AE5-1740BCBA54DA}"/>
                </a:ext>
              </a:extLst>
            </p:cNvPr>
            <p:cNvSpPr/>
            <p:nvPr/>
          </p:nvSpPr>
          <p:spPr>
            <a:xfrm>
              <a:off x="5464133" y="8064419"/>
              <a:ext cx="2624839" cy="103868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MAYRA ILLUMINATI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Coord. De Operaciones</a:t>
              </a:r>
            </a:p>
          </p:txBody>
        </p:sp>
        <p:sp>
          <p:nvSpPr>
            <p:cNvPr id="448" name="Rectángulo: esquinas redondeadas 447">
              <a:extLst>
                <a:ext uri="{FF2B5EF4-FFF2-40B4-BE49-F238E27FC236}">
                  <a16:creationId xmlns:a16="http://schemas.microsoft.com/office/drawing/2014/main" id="{6FC38E49-1BBB-50B6-6CAA-D04C642C1FA0}"/>
                </a:ext>
              </a:extLst>
            </p:cNvPr>
            <p:cNvSpPr/>
            <p:nvPr/>
          </p:nvSpPr>
          <p:spPr>
            <a:xfrm>
              <a:off x="5832517" y="9249110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GALLEGOS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Luisina Medina</a:t>
              </a:r>
            </a:p>
          </p:txBody>
        </p:sp>
        <p:sp>
          <p:nvSpPr>
            <p:cNvPr id="449" name="Rectángulo: esquinas redondeadas 448">
              <a:extLst>
                <a:ext uri="{FF2B5EF4-FFF2-40B4-BE49-F238E27FC236}">
                  <a16:creationId xmlns:a16="http://schemas.microsoft.com/office/drawing/2014/main" id="{D36EAD93-BA8A-2A66-8A13-670E2AF7FEB2}"/>
                </a:ext>
              </a:extLst>
            </p:cNvPr>
            <p:cNvSpPr/>
            <p:nvPr/>
          </p:nvSpPr>
          <p:spPr>
            <a:xfrm>
              <a:off x="5832517" y="10017138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ALDREY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Miguel Espinola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0" name="Rectángulo: esquinas redondeadas 449">
              <a:extLst>
                <a:ext uri="{FF2B5EF4-FFF2-40B4-BE49-F238E27FC236}">
                  <a16:creationId xmlns:a16="http://schemas.microsoft.com/office/drawing/2014/main" id="{FDE20C97-5A05-8418-DBAF-E26BB6AF0EE5}"/>
                </a:ext>
              </a:extLst>
            </p:cNvPr>
            <p:cNvSpPr/>
            <p:nvPr/>
          </p:nvSpPr>
          <p:spPr>
            <a:xfrm>
              <a:off x="5832517" y="10785166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 PERLA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Maria Rodriguez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1" name="Rectángulo: esquinas redondeadas 450">
              <a:extLst>
                <a:ext uri="{FF2B5EF4-FFF2-40B4-BE49-F238E27FC236}">
                  <a16:creationId xmlns:a16="http://schemas.microsoft.com/office/drawing/2014/main" id="{475736D0-C230-D2AF-807E-C9B36C227C22}"/>
                </a:ext>
              </a:extLst>
            </p:cNvPr>
            <p:cNvSpPr/>
            <p:nvPr/>
          </p:nvSpPr>
          <p:spPr>
            <a:xfrm>
              <a:off x="5832517" y="11553194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PEATONAL</a:t>
              </a: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   Cintia Avella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7" name="Rectángulo: esquinas redondeadas 456">
              <a:extLst>
                <a:ext uri="{FF2B5EF4-FFF2-40B4-BE49-F238E27FC236}">
                  <a16:creationId xmlns:a16="http://schemas.microsoft.com/office/drawing/2014/main" id="{3970D805-423C-9E75-61A0-653202A5290B}"/>
                </a:ext>
              </a:extLst>
            </p:cNvPr>
            <p:cNvSpPr/>
            <p:nvPr/>
          </p:nvSpPr>
          <p:spPr>
            <a:xfrm>
              <a:off x="5832517" y="1232122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OLAVARRIA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Moira Bello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8" name="Rectángulo: esquinas redondeadas 457">
              <a:extLst>
                <a:ext uri="{FF2B5EF4-FFF2-40B4-BE49-F238E27FC236}">
                  <a16:creationId xmlns:a16="http://schemas.microsoft.com/office/drawing/2014/main" id="{F530449B-CD03-D5FE-670A-EDB890A6BECC}"/>
                </a:ext>
              </a:extLst>
            </p:cNvPr>
            <p:cNvSpPr/>
            <p:nvPr/>
          </p:nvSpPr>
          <p:spPr>
            <a:xfrm>
              <a:off x="5832517" y="13089249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TANDIL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Leila Cáceres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92" name="Grupo 491">
            <a:extLst>
              <a:ext uri="{FF2B5EF4-FFF2-40B4-BE49-F238E27FC236}">
                <a16:creationId xmlns:a16="http://schemas.microsoft.com/office/drawing/2014/main" id="{A3BBACD4-3BD0-57BC-148E-E33050E54D73}"/>
              </a:ext>
            </a:extLst>
          </p:cNvPr>
          <p:cNvGrpSpPr/>
          <p:nvPr/>
        </p:nvGrpSpPr>
        <p:grpSpPr>
          <a:xfrm>
            <a:off x="10110235" y="5976184"/>
            <a:ext cx="2667030" cy="7565142"/>
            <a:chOff x="17287055" y="8035106"/>
            <a:chExt cx="2667030" cy="7565142"/>
          </a:xfrm>
        </p:grpSpPr>
        <p:sp>
          <p:nvSpPr>
            <p:cNvPr id="51" name="Rectángulo: esquinas redondeadas 50">
              <a:extLst>
                <a:ext uri="{FF2B5EF4-FFF2-40B4-BE49-F238E27FC236}">
                  <a16:creationId xmlns:a16="http://schemas.microsoft.com/office/drawing/2014/main" id="{790FF6B5-DA31-E5F4-F796-4C62EAB79796}"/>
                </a:ext>
              </a:extLst>
            </p:cNvPr>
            <p:cNvSpPr/>
            <p:nvPr/>
          </p:nvSpPr>
          <p:spPr>
            <a:xfrm>
              <a:off x="17676535" y="14278637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JUJUY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Patricia Gonzalez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91523CE8-3C59-DFD4-F511-67209910BC61}"/>
                </a:ext>
              </a:extLst>
            </p:cNvPr>
            <p:cNvSpPr/>
            <p:nvPr/>
          </p:nvSpPr>
          <p:spPr>
            <a:xfrm>
              <a:off x="17676535" y="1497822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SALTA ORAN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Cecilia Molina 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35F08858-1AA1-5FFD-610F-4DFAF5527C23}"/>
                </a:ext>
              </a:extLst>
            </p:cNvPr>
            <p:cNvSpPr/>
            <p:nvPr/>
          </p:nvSpPr>
          <p:spPr>
            <a:xfrm>
              <a:off x="17676535" y="12213524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SALTA PEATONAL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Yanet Ledesma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8245C26E-2DF8-B5D2-4D26-D76E04C56903}"/>
                </a:ext>
              </a:extLst>
            </p:cNvPr>
            <p:cNvSpPr/>
            <p:nvPr/>
          </p:nvSpPr>
          <p:spPr>
            <a:xfrm>
              <a:off x="17676535" y="11513941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SALTA LIBERTAD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Amalia </a:t>
              </a:r>
              <a:r>
                <a:rPr lang="es-ES" sz="1500" dirty="0" err="1">
                  <a:latin typeface="Poppins" panose="00000500000000000000" pitchFamily="2" charset="0"/>
                  <a:cs typeface="Poppins" panose="00000500000000000000" pitchFamily="2" charset="0"/>
                </a:rPr>
                <a:t>Tintilay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3D62BCF6-B511-1080-D710-73FFAD5DDADA}"/>
                </a:ext>
              </a:extLst>
            </p:cNvPr>
            <p:cNvSpPr/>
            <p:nvPr/>
          </p:nvSpPr>
          <p:spPr>
            <a:xfrm>
              <a:off x="17676535" y="10814358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PORTAL SALTA </a:t>
              </a: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Jael Parron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7346E533-9BEA-323E-3AE0-E8A4B3FA6A43}"/>
                </a:ext>
              </a:extLst>
            </p:cNvPr>
            <p:cNvSpPr/>
            <p:nvPr/>
          </p:nvSpPr>
          <p:spPr>
            <a:xfrm>
              <a:off x="17676535" y="12913107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SALTA AUTO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Maximiliano Ortiz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36" name="Imagen 35" descr="Un hombre parado enfrente de una mesa&#10;&#10;El contenido generado por IA puede ser incorrecto.">
              <a:extLst>
                <a:ext uri="{FF2B5EF4-FFF2-40B4-BE49-F238E27FC236}">
                  <a16:creationId xmlns:a16="http://schemas.microsoft.com/office/drawing/2014/main" id="{CB86B5D4-620C-0E2F-DED1-07C0CD86F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4620" t="21810" r="28620" b="49448"/>
            <a:stretch>
              <a:fillRect/>
            </a:stretch>
          </p:blipFill>
          <p:spPr>
            <a:xfrm>
              <a:off x="17738458" y="8035106"/>
              <a:ext cx="1764225" cy="183918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469" name="Rectángulo: esquinas redondeadas 468">
              <a:extLst>
                <a:ext uri="{FF2B5EF4-FFF2-40B4-BE49-F238E27FC236}">
                  <a16:creationId xmlns:a16="http://schemas.microsoft.com/office/drawing/2014/main" id="{A322F352-5AC3-3FA3-E440-8548F7D70E57}"/>
                </a:ext>
              </a:extLst>
            </p:cNvPr>
            <p:cNvSpPr/>
            <p:nvPr/>
          </p:nvSpPr>
          <p:spPr>
            <a:xfrm>
              <a:off x="17287055" y="9951847"/>
              <a:ext cx="2667030" cy="78495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>
                  <a:latin typeface="Poppins" panose="00000500000000000000" pitchFamily="2" charset="0"/>
                  <a:cs typeface="Poppins" panose="00000500000000000000" pitchFamily="2" charset="0"/>
                </a:rPr>
                <a:t>FABRIZIO BOLLERO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>
                  <a:latin typeface="Poppins" panose="00000500000000000000" pitchFamily="2" charset="0"/>
                  <a:cs typeface="Poppins" panose="00000500000000000000" pitchFamily="2" charset="0"/>
                </a:rPr>
                <a:t>Coord. De Operaciones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endParaRPr lang="es-ES" sz="1667" b="1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6" name="Rectángulo: esquinas redondeadas 475">
              <a:extLst>
                <a:ext uri="{FF2B5EF4-FFF2-40B4-BE49-F238E27FC236}">
                  <a16:creationId xmlns:a16="http://schemas.microsoft.com/office/drawing/2014/main" id="{5A5FF148-4A7B-0312-DE08-6F5994406711}"/>
                </a:ext>
              </a:extLst>
            </p:cNvPr>
            <p:cNvSpPr/>
            <p:nvPr/>
          </p:nvSpPr>
          <p:spPr>
            <a:xfrm>
              <a:off x="17676535" y="13612690"/>
              <a:ext cx="1888071" cy="5883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/>
                  <a:cs typeface="Poppins"/>
                </a:rPr>
                <a:t>SALTA NOA</a:t>
              </a:r>
              <a:endParaRPr lang="es-ES" sz="1500">
                <a:solidFill>
                  <a:schemeClr val="tx1"/>
                </a:solidFill>
                <a:latin typeface="Poppins"/>
                <a:cs typeface="Poppins"/>
              </a:endParaRP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>
                  <a:latin typeface="Poppins"/>
                  <a:cs typeface="Poppins"/>
                </a:rPr>
                <a:t>Ayelén García</a:t>
              </a:r>
              <a:br>
                <a:rPr lang="es-ES" sz="1500" b="1"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>
                <a:solidFill>
                  <a:schemeClr val="tx1"/>
                </a:solidFill>
                <a:latin typeface="Poppins"/>
                <a:cs typeface="Poppins"/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F355C0A3-CB17-5EFB-15AC-002B3454BE70}"/>
              </a:ext>
            </a:extLst>
          </p:cNvPr>
          <p:cNvGrpSpPr/>
          <p:nvPr/>
        </p:nvGrpSpPr>
        <p:grpSpPr>
          <a:xfrm>
            <a:off x="1817723" y="5976184"/>
            <a:ext cx="2584755" cy="10959704"/>
            <a:chOff x="290966" y="5544662"/>
            <a:chExt cx="2584755" cy="10959704"/>
          </a:xfrm>
        </p:grpSpPr>
        <p:sp>
          <p:nvSpPr>
            <p:cNvPr id="121" name="Rectángulo: esquinas redondeadas 120">
              <a:extLst>
                <a:ext uri="{FF2B5EF4-FFF2-40B4-BE49-F238E27FC236}">
                  <a16:creationId xmlns:a16="http://schemas.microsoft.com/office/drawing/2014/main" id="{36C20566-D0F8-F237-B189-F8F5660B6C60}"/>
                </a:ext>
              </a:extLst>
            </p:cNvPr>
            <p:cNvSpPr/>
            <p:nvPr/>
          </p:nvSpPr>
          <p:spPr>
            <a:xfrm>
              <a:off x="639308" y="11690556"/>
              <a:ext cx="1888071" cy="48464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LANUS 2             </a:t>
              </a: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David Pomares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406A10EF-D808-6FBF-7A75-288CE55B3704}"/>
                </a:ext>
              </a:extLst>
            </p:cNvPr>
            <p:cNvSpPr/>
            <p:nvPr/>
          </p:nvSpPr>
          <p:spPr>
            <a:xfrm>
              <a:off x="639308" y="15882340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 PAMPA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b="1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Franco Peron</a:t>
              </a:r>
              <a:endParaRPr lang="es-ES" sz="1417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475" name="Imagen 474">
              <a:extLst>
                <a:ext uri="{FF2B5EF4-FFF2-40B4-BE49-F238E27FC236}">
                  <a16:creationId xmlns:a16="http://schemas.microsoft.com/office/drawing/2014/main" id="{2268CB7D-14D8-915A-BB0C-491128D8C1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7166" t="32462" r="13142" b="12713"/>
            <a:stretch/>
          </p:blipFill>
          <p:spPr>
            <a:xfrm>
              <a:off x="731924" y="5544662"/>
              <a:ext cx="1702839" cy="1693767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493" name="Rectángulo: esquinas redondeadas 492">
              <a:extLst>
                <a:ext uri="{FF2B5EF4-FFF2-40B4-BE49-F238E27FC236}">
                  <a16:creationId xmlns:a16="http://schemas.microsoft.com/office/drawing/2014/main" id="{E3AC4764-FB51-9CC1-CD97-5EFD38CFEDD2}"/>
                </a:ext>
              </a:extLst>
            </p:cNvPr>
            <p:cNvSpPr/>
            <p:nvPr/>
          </p:nvSpPr>
          <p:spPr>
            <a:xfrm>
              <a:off x="290966" y="7330805"/>
              <a:ext cx="2584755" cy="794657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MICAELA PARDO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Coord. De Operacione</a:t>
              </a:r>
              <a:r>
                <a:rPr lang="es-ES" sz="1667" dirty="0">
                  <a:latin typeface="Poppins" panose="00000500000000000000" pitchFamily="2" charset="0"/>
                  <a:cs typeface="Poppins" panose="00000500000000000000" pitchFamily="2" charset="0"/>
                </a:rPr>
                <a:t>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endParaRPr lang="es-ES" sz="1667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47E0585A-FC42-48D7-8971-7C39843A6579}"/>
                </a:ext>
              </a:extLst>
            </p:cNvPr>
            <p:cNvSpPr/>
            <p:nvPr/>
          </p:nvSpPr>
          <p:spPr>
            <a:xfrm>
              <a:off x="639308" y="8217838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JUSTO</a:t>
              </a:r>
              <a:b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Julieta Caruso</a:t>
              </a:r>
              <a:endPara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163911F7-7ACD-D916-7D74-FB457792148D}"/>
                </a:ext>
              </a:extLst>
            </p:cNvPr>
            <p:cNvSpPr/>
            <p:nvPr/>
          </p:nvSpPr>
          <p:spPr>
            <a:xfrm>
              <a:off x="639308" y="8932240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LAFERRERE 2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Ayelén Cortese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E06E6361-EB22-46EA-8968-25BAE8E70A4B}"/>
                </a:ext>
              </a:extLst>
            </p:cNvPr>
            <p:cNvSpPr/>
            <p:nvPr/>
          </p:nvSpPr>
          <p:spPr>
            <a:xfrm>
              <a:off x="639308" y="12981974"/>
              <a:ext cx="1888071" cy="66478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EZEIZA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Veronica Vargas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0D08C0E7-7C63-F25B-3555-3A35862CFCA0}"/>
                </a:ext>
              </a:extLst>
            </p:cNvPr>
            <p:cNvSpPr/>
            <p:nvPr/>
          </p:nvSpPr>
          <p:spPr>
            <a:xfrm>
              <a:off x="639308" y="1226757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MONTEGRANDE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Natalia Roldan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7A5C1DA5-5647-FEEA-79E7-58F570A8EE5D}"/>
                </a:ext>
              </a:extLst>
            </p:cNvPr>
            <p:cNvSpPr/>
            <p:nvPr/>
          </p:nvSpPr>
          <p:spPr>
            <a:xfrm>
              <a:off x="639308" y="13739134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CANNING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Leila Delgado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7" name="Rectángulo: esquinas redondeadas 466">
              <a:extLst>
                <a:ext uri="{FF2B5EF4-FFF2-40B4-BE49-F238E27FC236}">
                  <a16:creationId xmlns:a16="http://schemas.microsoft.com/office/drawing/2014/main" id="{94F114FD-C4CB-D034-4D21-C4022F96C9FA}"/>
                </a:ext>
              </a:extLst>
            </p:cNvPr>
            <p:cNvSpPr/>
            <p:nvPr/>
          </p:nvSpPr>
          <p:spPr>
            <a:xfrm>
              <a:off x="639308" y="964664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RAMOS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Priscila Gómez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4" name="Rectángulo: esquinas redondeadas 583">
              <a:extLst>
                <a:ext uri="{FF2B5EF4-FFF2-40B4-BE49-F238E27FC236}">
                  <a16:creationId xmlns:a16="http://schemas.microsoft.com/office/drawing/2014/main" id="{CB72B6BD-6638-A6EE-A857-3214A9CE156A}"/>
                </a:ext>
              </a:extLst>
            </p:cNvPr>
            <p:cNvSpPr/>
            <p:nvPr/>
          </p:nvSpPr>
          <p:spPr>
            <a:xfrm>
              <a:off x="639308" y="11055552"/>
              <a:ext cx="1888071" cy="54262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LOMAS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Carla Montenegro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1" name="Rectángulo: esquinas redondeadas 470">
              <a:extLst>
                <a:ext uri="{FF2B5EF4-FFF2-40B4-BE49-F238E27FC236}">
                  <a16:creationId xmlns:a16="http://schemas.microsoft.com/office/drawing/2014/main" id="{4F6F73E2-2DFE-AD1D-2442-B12B24DD3B60}"/>
                </a:ext>
              </a:extLst>
            </p:cNvPr>
            <p:cNvSpPr/>
            <p:nvPr/>
          </p:nvSpPr>
          <p:spPr>
            <a:xfrm>
              <a:off x="639308" y="10361044"/>
              <a:ext cx="1888071" cy="60213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LOMAS AUTO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Ignacio Rojas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2" name="Rectángulo: esquinas redondeadas 81">
              <a:extLst>
                <a:ext uri="{FF2B5EF4-FFF2-40B4-BE49-F238E27FC236}">
                  <a16:creationId xmlns:a16="http://schemas.microsoft.com/office/drawing/2014/main" id="{2D73A11C-578C-7BA5-42F8-4E386A3A9455}"/>
                </a:ext>
              </a:extLst>
            </p:cNvPr>
            <p:cNvSpPr/>
            <p:nvPr/>
          </p:nvSpPr>
          <p:spPr>
            <a:xfrm>
              <a:off x="639308" y="14453536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JUAN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Micaela Herrera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3" name="Rectángulo: esquinas redondeadas 82">
              <a:extLst>
                <a:ext uri="{FF2B5EF4-FFF2-40B4-BE49-F238E27FC236}">
                  <a16:creationId xmlns:a16="http://schemas.microsoft.com/office/drawing/2014/main" id="{A79C8D19-B5DD-C9E0-E1FA-29946CA0E015}"/>
                </a:ext>
              </a:extLst>
            </p:cNvPr>
            <p:cNvSpPr/>
            <p:nvPr/>
          </p:nvSpPr>
          <p:spPr>
            <a:xfrm>
              <a:off x="639308" y="15167938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JUAN 2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Andrea Vergara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14" name="Rectángulo: esquinas redondeadas 113">
            <a:extLst>
              <a:ext uri="{FF2B5EF4-FFF2-40B4-BE49-F238E27FC236}">
                <a16:creationId xmlns:a16="http://schemas.microsoft.com/office/drawing/2014/main" id="{893131C4-0747-EB18-74A9-9EEE86D5A6C3}"/>
              </a:ext>
            </a:extLst>
          </p:cNvPr>
          <p:cNvSpPr/>
          <p:nvPr/>
        </p:nvSpPr>
        <p:spPr>
          <a:xfrm>
            <a:off x="7701088" y="1739173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RIO GALLEGOS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Lourdes Ruiz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3D4C1C7D-E64D-3E6A-92AD-D35550995E7C}"/>
              </a:ext>
            </a:extLst>
          </p:cNvPr>
          <p:cNvSpPr/>
          <p:nvPr/>
        </p:nvSpPr>
        <p:spPr>
          <a:xfrm>
            <a:off x="7332705" y="7976356"/>
            <a:ext cx="2624837" cy="79465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>
            <a:outerShdw dist="50800" dir="2700000" algn="ctr" rotWithShape="0">
              <a:srgbClr val="000000">
                <a:alpha val="10000"/>
              </a:srgbClr>
            </a:outerShdw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667" b="1" dirty="0">
                <a:latin typeface="Poppins" panose="00000500000000000000" pitchFamily="2" charset="0"/>
                <a:cs typeface="Poppins" panose="00000500000000000000" pitchFamily="2" charset="0"/>
              </a:rPr>
              <a:t>BRENDA MORENO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667" b="1" dirty="0">
                <a:latin typeface="Poppins" panose="00000500000000000000" pitchFamily="2" charset="0"/>
                <a:cs typeface="Poppins" panose="00000500000000000000" pitchFamily="2" charset="0"/>
              </a:rPr>
              <a:t>Coord. De Operaciones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endParaRPr lang="es-ES" sz="1667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8" name="Rectángulo: esquinas redondeadas 517">
            <a:extLst>
              <a:ext uri="{FF2B5EF4-FFF2-40B4-BE49-F238E27FC236}">
                <a16:creationId xmlns:a16="http://schemas.microsoft.com/office/drawing/2014/main" id="{047A5481-C945-708E-8886-738FB25D2F73}"/>
              </a:ext>
            </a:extLst>
          </p:cNvPr>
          <p:cNvSpPr/>
          <p:nvPr/>
        </p:nvSpPr>
        <p:spPr>
          <a:xfrm>
            <a:off x="7701088" y="1594723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latin typeface="Poppins"/>
                <a:cs typeface="Poppins"/>
              </a:rPr>
              <a:t>USHUAIA</a:t>
            </a:r>
            <a:br>
              <a:rPr lang="es-ES" sz="15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Lucas Sotelo</a:t>
            </a:r>
          </a:p>
        </p:txBody>
      </p:sp>
      <p:sp>
        <p:nvSpPr>
          <p:cNvPr id="519" name="Rectángulo: esquinas redondeadas 518">
            <a:extLst>
              <a:ext uri="{FF2B5EF4-FFF2-40B4-BE49-F238E27FC236}">
                <a16:creationId xmlns:a16="http://schemas.microsoft.com/office/drawing/2014/main" id="{A3267E84-6F63-E9CF-385C-030197ED58C9}"/>
              </a:ext>
            </a:extLst>
          </p:cNvPr>
          <p:cNvSpPr/>
          <p:nvPr/>
        </p:nvSpPr>
        <p:spPr>
          <a:xfrm>
            <a:off x="7701089" y="16669482"/>
            <a:ext cx="1888069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RIO GRANDE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Sheila Gómez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2A756EA-7F68-09AF-0BF2-6C5EBD883C30}"/>
              </a:ext>
            </a:extLst>
          </p:cNvPr>
          <p:cNvSpPr/>
          <p:nvPr/>
        </p:nvSpPr>
        <p:spPr>
          <a:xfrm>
            <a:off x="7701088" y="13810876"/>
            <a:ext cx="1888071" cy="60520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BERAZATEGUI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Franco Rossi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Rectángulo: esquinas redondeadas 73">
            <a:extLst>
              <a:ext uri="{FF2B5EF4-FFF2-40B4-BE49-F238E27FC236}">
                <a16:creationId xmlns:a16="http://schemas.microsoft.com/office/drawing/2014/main" id="{4670C8D6-1B56-8074-447F-78EB34EF9A74}"/>
              </a:ext>
            </a:extLst>
          </p:cNvPr>
          <p:cNvSpPr/>
          <p:nvPr/>
        </p:nvSpPr>
        <p:spPr>
          <a:xfrm>
            <a:off x="7701088" y="13053728"/>
            <a:ext cx="1888071" cy="65692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ROTONDA    </a:t>
            </a: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Melanie </a:t>
            </a:r>
            <a:r>
              <a:rPr lang="es-ES" sz="15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Meoniz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07054B42-52A2-67FD-AD71-026998C97CDE}"/>
              </a:ext>
            </a:extLst>
          </p:cNvPr>
          <p:cNvSpPr/>
          <p:nvPr/>
        </p:nvSpPr>
        <p:spPr>
          <a:xfrm>
            <a:off x="7678441" y="14529884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WILDE  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Martina Oviedo</a:t>
            </a: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194D66-281C-57FE-568D-722104CC2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546" y="5976184"/>
            <a:ext cx="1997154" cy="189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6F56F6C0-FA3D-9345-F438-303C313BB8BD}"/>
              </a:ext>
            </a:extLst>
          </p:cNvPr>
          <p:cNvSpPr/>
          <p:nvPr/>
        </p:nvSpPr>
        <p:spPr>
          <a:xfrm>
            <a:off x="7701088" y="8871237"/>
            <a:ext cx="1888071" cy="5500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PLATA 2</a:t>
            </a:r>
            <a:b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Lautaro Pagani</a:t>
            </a:r>
            <a:endParaRPr lang="es-ES" sz="150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Rectángulo: esquinas redondeadas 102">
            <a:extLst>
              <a:ext uri="{FF2B5EF4-FFF2-40B4-BE49-F238E27FC236}">
                <a16:creationId xmlns:a16="http://schemas.microsoft.com/office/drawing/2014/main" id="{ED6BF4C0-2592-13F2-BE1E-DCB5179DF20F}"/>
              </a:ext>
            </a:extLst>
          </p:cNvPr>
          <p:cNvSpPr/>
          <p:nvPr/>
        </p:nvSpPr>
        <p:spPr>
          <a:xfrm>
            <a:off x="7701088" y="9521514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PLATA 3</a:t>
            </a:r>
            <a:b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>
                <a:latin typeface="Poppins" panose="00000500000000000000" pitchFamily="2" charset="0"/>
                <a:cs typeface="Poppins" panose="00000500000000000000" pitchFamily="2" charset="0"/>
              </a:rPr>
              <a:t>Sol Nieva</a:t>
            </a:r>
            <a:endParaRPr lang="es-ES" sz="150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6B62E804-69C0-1514-E314-68DC237B00FC}"/>
              </a:ext>
            </a:extLst>
          </p:cNvPr>
          <p:cNvSpPr/>
          <p:nvPr/>
        </p:nvSpPr>
        <p:spPr>
          <a:xfrm>
            <a:off x="7701088" y="10243764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PLATA 4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Greta Saavedra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Rectángulo: esquinas redondeadas 76">
            <a:extLst>
              <a:ext uri="{FF2B5EF4-FFF2-40B4-BE49-F238E27FC236}">
                <a16:creationId xmlns:a16="http://schemas.microsoft.com/office/drawing/2014/main" id="{D79202F4-96C6-0ED5-B38B-D4D50E554BFE}"/>
              </a:ext>
            </a:extLst>
          </p:cNvPr>
          <p:cNvSpPr/>
          <p:nvPr/>
        </p:nvSpPr>
        <p:spPr>
          <a:xfrm>
            <a:off x="7701088" y="11688264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/>
                <a:cs typeface="Poppins"/>
              </a:rPr>
              <a:t>REPUBLICA</a:t>
            </a:r>
            <a:br>
              <a:rPr lang="es-ES" sz="15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Jazmin Butrón</a:t>
            </a:r>
            <a:endParaRPr lang="es-ES" sz="1500" dirty="0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80" name="Rectángulo: esquinas redondeadas 79">
            <a:extLst>
              <a:ext uri="{FF2B5EF4-FFF2-40B4-BE49-F238E27FC236}">
                <a16:creationId xmlns:a16="http://schemas.microsoft.com/office/drawing/2014/main" id="{ED7F7E39-059E-50A1-5615-08E61ACCD1F7}"/>
              </a:ext>
            </a:extLst>
          </p:cNvPr>
          <p:cNvSpPr/>
          <p:nvPr/>
        </p:nvSpPr>
        <p:spPr>
          <a:xfrm>
            <a:off x="7701088" y="12410514"/>
            <a:ext cx="1888071" cy="54299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GONNET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Dayana González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29A05ACD-A044-7C0A-4ADC-39B5D86D9277}"/>
              </a:ext>
            </a:extLst>
          </p:cNvPr>
          <p:cNvSpPr/>
          <p:nvPr/>
        </p:nvSpPr>
        <p:spPr>
          <a:xfrm>
            <a:off x="7701088" y="10966014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CITY BELL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Luciano Luna</a:t>
            </a:r>
          </a:p>
        </p:txBody>
      </p:sp>
      <p:grpSp>
        <p:nvGrpSpPr>
          <p:cNvPr id="498" name="Grupo 497">
            <a:extLst>
              <a:ext uri="{FF2B5EF4-FFF2-40B4-BE49-F238E27FC236}">
                <a16:creationId xmlns:a16="http://schemas.microsoft.com/office/drawing/2014/main" id="{C8F27C64-C82F-169B-A8E3-C2EA6A5EE79E}"/>
              </a:ext>
            </a:extLst>
          </p:cNvPr>
          <p:cNvGrpSpPr/>
          <p:nvPr/>
        </p:nvGrpSpPr>
        <p:grpSpPr>
          <a:xfrm>
            <a:off x="30826807" y="5708650"/>
            <a:ext cx="2624837" cy="9025199"/>
            <a:chOff x="33483297" y="8118497"/>
            <a:chExt cx="2624837" cy="9025199"/>
          </a:xfrm>
        </p:grpSpPr>
        <p:sp>
          <p:nvSpPr>
            <p:cNvPr id="87" name="Rectángulo: esquinas redondeadas 86">
              <a:extLst>
                <a:ext uri="{FF2B5EF4-FFF2-40B4-BE49-F238E27FC236}">
                  <a16:creationId xmlns:a16="http://schemas.microsoft.com/office/drawing/2014/main" id="{5291B655-C6FD-A28C-4D46-BDC6D2056A15}"/>
                </a:ext>
              </a:extLst>
            </p:cNvPr>
            <p:cNvSpPr/>
            <p:nvPr/>
          </p:nvSpPr>
          <p:spPr>
            <a:xfrm>
              <a:off x="33851680" y="1075200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PORTAL ROSARIO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Ayelen Chamorro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8" name="Rectángulo: esquinas redondeadas 87">
              <a:extLst>
                <a:ext uri="{FF2B5EF4-FFF2-40B4-BE49-F238E27FC236}">
                  <a16:creationId xmlns:a16="http://schemas.microsoft.com/office/drawing/2014/main" id="{CFB28DA0-56C7-EB04-0A03-64F1BE3FC764}"/>
                </a:ext>
              </a:extLst>
            </p:cNvPr>
            <p:cNvSpPr/>
            <p:nvPr/>
          </p:nvSpPr>
          <p:spPr>
            <a:xfrm>
              <a:off x="33851680" y="11473210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PELLEGRINI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Jeremías Kegel</a:t>
              </a:r>
            </a:p>
          </p:txBody>
        </p:sp>
        <p:sp>
          <p:nvSpPr>
            <p:cNvPr id="89" name="Rectángulo: esquinas redondeadas 88">
              <a:extLst>
                <a:ext uri="{FF2B5EF4-FFF2-40B4-BE49-F238E27FC236}">
                  <a16:creationId xmlns:a16="http://schemas.microsoft.com/office/drawing/2014/main" id="{15D0E23D-0442-6846-1A91-642D8DC72729}"/>
                </a:ext>
              </a:extLst>
            </p:cNvPr>
            <p:cNvSpPr/>
            <p:nvPr/>
          </p:nvSpPr>
          <p:spPr>
            <a:xfrm>
              <a:off x="33851680" y="12194418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ROSARIO SUR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Victoria Avalos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" name="Rectángulo: esquinas redondeadas 89">
              <a:extLst>
                <a:ext uri="{FF2B5EF4-FFF2-40B4-BE49-F238E27FC236}">
                  <a16:creationId xmlns:a16="http://schemas.microsoft.com/office/drawing/2014/main" id="{70065B5C-4C74-D1E2-316C-1A44AE8C240E}"/>
                </a:ext>
              </a:extLst>
            </p:cNvPr>
            <p:cNvSpPr/>
            <p:nvPr/>
          </p:nvSpPr>
          <p:spPr>
            <a:xfrm>
              <a:off x="33851680" y="12915626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OROÑO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Anna </a:t>
              </a:r>
              <a:r>
                <a:rPr lang="es-ES" sz="1500" dirty="0" err="1">
                  <a:latin typeface="Poppins" panose="00000500000000000000" pitchFamily="2" charset="0"/>
                  <a:cs typeface="Poppins" panose="00000500000000000000" pitchFamily="2" charset="0"/>
                </a:rPr>
                <a:t>Tiraquini</a:t>
              </a: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1" name="Rectángulo: esquinas redondeadas 90">
              <a:extLst>
                <a:ext uri="{FF2B5EF4-FFF2-40B4-BE49-F238E27FC236}">
                  <a16:creationId xmlns:a16="http://schemas.microsoft.com/office/drawing/2014/main" id="{82051301-5C97-BC25-EB79-36F6C6191EE8}"/>
                </a:ext>
              </a:extLst>
            </p:cNvPr>
            <p:cNvSpPr/>
            <p:nvPr/>
          </p:nvSpPr>
          <p:spPr>
            <a:xfrm>
              <a:off x="33851680" y="13636834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NICOLAS</a:t>
              </a:r>
              <a:b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Facundo Corral</a:t>
              </a:r>
            </a:p>
          </p:txBody>
        </p:sp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850CAC14-5E6A-8DC6-2324-E98AC6D923C7}"/>
                </a:ext>
              </a:extLst>
            </p:cNvPr>
            <p:cNvSpPr/>
            <p:nvPr/>
          </p:nvSpPr>
          <p:spPr>
            <a:xfrm>
              <a:off x="33851680" y="1435804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PUMA</a:t>
              </a:r>
              <a:endPara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>
                  <a:latin typeface="Poppins" panose="00000500000000000000" pitchFamily="2" charset="0"/>
                  <a:cs typeface="Poppins" panose="00000500000000000000" pitchFamily="2" charset="0"/>
                </a:rPr>
                <a:t>Cinthya Sosa</a:t>
              </a:r>
              <a:endPara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Rectángulo: esquinas redondeadas 94">
              <a:extLst>
                <a:ext uri="{FF2B5EF4-FFF2-40B4-BE49-F238E27FC236}">
                  <a16:creationId xmlns:a16="http://schemas.microsoft.com/office/drawing/2014/main" id="{12CE5724-9D50-C598-5293-1459D946D756}"/>
                </a:ext>
              </a:extLst>
            </p:cNvPr>
            <p:cNvSpPr/>
            <p:nvPr/>
          </p:nvSpPr>
          <p:spPr>
            <a:xfrm>
              <a:off x="33851680" y="15079250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FUNES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Aldana Miño</a:t>
              </a:r>
            </a:p>
          </p:txBody>
        </p:sp>
        <p:sp>
          <p:nvSpPr>
            <p:cNvPr id="478" name="Rectángulo: esquinas redondeadas 477">
              <a:extLst>
                <a:ext uri="{FF2B5EF4-FFF2-40B4-BE49-F238E27FC236}">
                  <a16:creationId xmlns:a16="http://schemas.microsoft.com/office/drawing/2014/main" id="{34D2892B-483A-4065-A866-2E5109F98F66}"/>
                </a:ext>
              </a:extLst>
            </p:cNvPr>
            <p:cNvSpPr/>
            <p:nvPr/>
          </p:nvSpPr>
          <p:spPr>
            <a:xfrm>
              <a:off x="33862428" y="15800458"/>
              <a:ext cx="1866575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ALTO ROSARIO</a:t>
              </a:r>
              <a:br>
                <a:rPr lang="es-ES" sz="14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400" dirty="0">
                  <a:latin typeface="Poppins" panose="00000500000000000000" pitchFamily="2" charset="0"/>
                  <a:cs typeface="Poppins" panose="00000500000000000000" pitchFamily="2" charset="0"/>
                </a:rPr>
                <a:t>Constanza </a:t>
              </a:r>
              <a:r>
                <a:rPr lang="es-ES" sz="1400" dirty="0" err="1">
                  <a:latin typeface="Poppins" panose="00000500000000000000" pitchFamily="2" charset="0"/>
                  <a:cs typeface="Poppins" panose="00000500000000000000" pitchFamily="2" charset="0"/>
                </a:rPr>
                <a:t>Besnatti</a:t>
              </a:r>
              <a:endParaRPr lang="es-ES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9" name="Rectángulo: esquinas redondeadas 478">
              <a:extLst>
                <a:ext uri="{FF2B5EF4-FFF2-40B4-BE49-F238E27FC236}">
                  <a16:creationId xmlns:a16="http://schemas.microsoft.com/office/drawing/2014/main" id="{2532E54C-13DD-05C8-8CAA-00345E967657}"/>
                </a:ext>
              </a:extLst>
            </p:cNvPr>
            <p:cNvSpPr/>
            <p:nvPr/>
          </p:nvSpPr>
          <p:spPr>
            <a:xfrm>
              <a:off x="33851680" y="16521670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CITY CENTER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Nicole </a:t>
              </a:r>
              <a:r>
                <a:rPr lang="es-ES" sz="1500" dirty="0" err="1">
                  <a:latin typeface="Poppins" panose="00000500000000000000" pitchFamily="2" charset="0"/>
                  <a:cs typeface="Poppins" panose="00000500000000000000" pitchFamily="2" charset="0"/>
                </a:rPr>
                <a:t>Cuaffaro</a:t>
              </a:r>
              <a:endPara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4" name="Rectángulo: esquinas redondeadas 493">
              <a:extLst>
                <a:ext uri="{FF2B5EF4-FFF2-40B4-BE49-F238E27FC236}">
                  <a16:creationId xmlns:a16="http://schemas.microsoft.com/office/drawing/2014/main" id="{BD73336D-6CCA-561C-69EB-4C33EEF2A83E}"/>
                </a:ext>
              </a:extLst>
            </p:cNvPr>
            <p:cNvSpPr/>
            <p:nvPr/>
          </p:nvSpPr>
          <p:spPr>
            <a:xfrm>
              <a:off x="33483297" y="9858163"/>
              <a:ext cx="2624837" cy="794657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ELISABET GASSMAN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Coord. De Operaciones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endParaRPr lang="es-ES" sz="1667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0B13380F-2D00-6D3D-8407-37CFF03ACE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88" t="10819" r="2342" b="16180"/>
            <a:stretch>
              <a:fillRect/>
            </a:stretch>
          </p:blipFill>
          <p:spPr bwMode="auto">
            <a:xfrm>
              <a:off x="33909965" y="8118497"/>
              <a:ext cx="1771500" cy="164048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9" name="Rectángulo: esquinas redondeadas 98">
            <a:extLst>
              <a:ext uri="{FF2B5EF4-FFF2-40B4-BE49-F238E27FC236}">
                <a16:creationId xmlns:a16="http://schemas.microsoft.com/office/drawing/2014/main" id="{BA2FE659-013E-9A3F-47C7-F6A33BDCA4DE}"/>
              </a:ext>
            </a:extLst>
          </p:cNvPr>
          <p:cNvSpPr/>
          <p:nvPr/>
        </p:nvSpPr>
        <p:spPr>
          <a:xfrm>
            <a:off x="28414314" y="14170078"/>
            <a:ext cx="1888071" cy="72237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URQUIZA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Victoria Sosa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9" name="Rectángulo: esquinas redondeadas 508">
            <a:extLst>
              <a:ext uri="{FF2B5EF4-FFF2-40B4-BE49-F238E27FC236}">
                <a16:creationId xmlns:a16="http://schemas.microsoft.com/office/drawing/2014/main" id="{086AC408-B96C-97E8-AB50-83F2D4C70FB6}"/>
              </a:ext>
            </a:extLst>
          </p:cNvPr>
          <p:cNvSpPr/>
          <p:nvPr/>
        </p:nvSpPr>
        <p:spPr>
          <a:xfrm>
            <a:off x="28417575" y="10538199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 DE MAYO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0" name="Rectángulo: esquinas redondeadas 509">
            <a:extLst>
              <a:ext uri="{FF2B5EF4-FFF2-40B4-BE49-F238E27FC236}">
                <a16:creationId xmlns:a16="http://schemas.microsoft.com/office/drawing/2014/main" id="{E0322461-2B11-604F-E396-43318529B29D}"/>
              </a:ext>
            </a:extLst>
          </p:cNvPr>
          <p:cNvSpPr/>
          <p:nvPr/>
        </p:nvSpPr>
        <p:spPr>
          <a:xfrm>
            <a:off x="28417575" y="11274610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 DE MAYO 2</a:t>
            </a:r>
            <a:b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Lorenzo </a:t>
            </a:r>
            <a:r>
              <a:rPr lang="es-ES" sz="150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Amieiro</a:t>
            </a:r>
            <a:endParaRPr lang="es-ES" sz="150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1" name="Rectángulo: esquinas redondeadas 510">
            <a:extLst>
              <a:ext uri="{FF2B5EF4-FFF2-40B4-BE49-F238E27FC236}">
                <a16:creationId xmlns:a16="http://schemas.microsoft.com/office/drawing/2014/main" id="{0D146C85-7577-98EC-B55B-B6FDE72F11E1}"/>
              </a:ext>
            </a:extLst>
          </p:cNvPr>
          <p:cNvSpPr/>
          <p:nvPr/>
        </p:nvSpPr>
        <p:spPr>
          <a:xfrm>
            <a:off x="28417575" y="1274743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CALLAO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Mariana Rosales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24FA6ED0-4A5F-0FE1-CEAC-5D7E9D204B11}"/>
              </a:ext>
            </a:extLst>
          </p:cNvPr>
          <p:cNvSpPr/>
          <p:nvPr/>
        </p:nvSpPr>
        <p:spPr>
          <a:xfrm>
            <a:off x="28417575" y="12011021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 DE JULIO</a:t>
            </a:r>
            <a:b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Luciana Lezcano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70F70E94-8259-F19F-77DC-359F5199C931}"/>
              </a:ext>
            </a:extLst>
          </p:cNvPr>
          <p:cNvSpPr/>
          <p:nvPr/>
        </p:nvSpPr>
        <p:spPr>
          <a:xfrm>
            <a:off x="28417575" y="9065377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BOEDO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Candela Sánchez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C55774-1D65-CBED-2FE2-3D5D854FEDA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6560" b="10253"/>
          <a:stretch>
            <a:fillRect/>
          </a:stretch>
        </p:blipFill>
        <p:spPr>
          <a:xfrm>
            <a:off x="28486728" y="5708650"/>
            <a:ext cx="1749764" cy="16668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8757B023-CDB3-CE7A-7A00-33825076D2CE}"/>
              </a:ext>
            </a:extLst>
          </p:cNvPr>
          <p:cNvSpPr/>
          <p:nvPr/>
        </p:nvSpPr>
        <p:spPr>
          <a:xfrm>
            <a:off x="28049191" y="7489908"/>
            <a:ext cx="2624838" cy="72467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>
            <a:outerShdw dist="50800" dir="2700000" algn="ctr" rotWithShape="0">
              <a:srgbClr val="000000">
                <a:alpha val="10000"/>
              </a:srgbClr>
            </a:outerShdw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667" b="1">
                <a:latin typeface="Poppins" panose="00000500000000000000" pitchFamily="2" charset="0"/>
                <a:cs typeface="Poppins" panose="00000500000000000000" pitchFamily="2" charset="0"/>
              </a:rPr>
              <a:t>CAMILO SILVA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667" b="1">
                <a:latin typeface="Poppins" panose="00000500000000000000" pitchFamily="2" charset="0"/>
                <a:cs typeface="Poppins" panose="00000500000000000000" pitchFamily="2" charset="0"/>
              </a:rPr>
              <a:t>Coord. De Operaciones</a:t>
            </a:r>
          </a:p>
        </p:txBody>
      </p:sp>
      <p:sp>
        <p:nvSpPr>
          <p:cNvPr id="118" name="Rectángulo: esquinas redondeadas 117">
            <a:extLst>
              <a:ext uri="{FF2B5EF4-FFF2-40B4-BE49-F238E27FC236}">
                <a16:creationId xmlns:a16="http://schemas.microsoft.com/office/drawing/2014/main" id="{44F63B14-3F30-FF2A-F7A3-E4BD3963AF0D}"/>
              </a:ext>
            </a:extLst>
          </p:cNvPr>
          <p:cNvSpPr/>
          <p:nvPr/>
        </p:nvSpPr>
        <p:spPr>
          <a:xfrm>
            <a:off x="28417575" y="8328966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PARQUE CHAC 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Florencia Cotarelo</a:t>
            </a:r>
          </a:p>
        </p:txBody>
      </p:sp>
      <p:sp>
        <p:nvSpPr>
          <p:cNvPr id="122" name="Rectángulo: esquinas redondeadas 121">
            <a:extLst>
              <a:ext uri="{FF2B5EF4-FFF2-40B4-BE49-F238E27FC236}">
                <a16:creationId xmlns:a16="http://schemas.microsoft.com/office/drawing/2014/main" id="{04E47821-A9C3-A0E6-F65B-2C27E052F329}"/>
              </a:ext>
            </a:extLst>
          </p:cNvPr>
          <p:cNvSpPr/>
          <p:nvPr/>
        </p:nvSpPr>
        <p:spPr>
          <a:xfrm>
            <a:off x="28414314" y="17157170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RAFAELA</a:t>
            </a:r>
            <a:b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Milagros Cherri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9E11BE49-A571-1BBB-6F18-2A5A71163D3B}"/>
              </a:ext>
            </a:extLst>
          </p:cNvPr>
          <p:cNvSpPr/>
          <p:nvPr/>
        </p:nvSpPr>
        <p:spPr>
          <a:xfrm>
            <a:off x="28417575" y="9801788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/>
                <a:cs typeface="Poppins"/>
              </a:rPr>
              <a:t>SAN TELMO</a:t>
            </a:r>
            <a:br>
              <a:rPr lang="es-ES" sz="15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Rodrigo Contreras</a:t>
            </a:r>
            <a:endParaRPr lang="es-ES" sz="1500" dirty="0">
              <a:solidFill>
                <a:schemeClr val="tx1"/>
              </a:solidFill>
              <a:latin typeface="Poppins"/>
              <a:cs typeface="Poppins"/>
            </a:endParaRPr>
          </a:p>
        </p:txBody>
      </p:sp>
      <p:sp>
        <p:nvSpPr>
          <p:cNvPr id="513" name="Rectángulo: esquinas redondeadas 512">
            <a:extLst>
              <a:ext uri="{FF2B5EF4-FFF2-40B4-BE49-F238E27FC236}">
                <a16:creationId xmlns:a16="http://schemas.microsoft.com/office/drawing/2014/main" id="{FC10237C-C1CF-2C5C-227E-50C50062A70D}"/>
              </a:ext>
            </a:extLst>
          </p:cNvPr>
          <p:cNvSpPr/>
          <p:nvPr/>
        </p:nvSpPr>
        <p:spPr>
          <a:xfrm>
            <a:off x="28414314" y="14965395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RIBERA SANTA FE</a:t>
            </a:r>
            <a:b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Oriana Biancucci</a:t>
            </a:r>
            <a:endParaRPr lang="es-ES" sz="150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4" name="Rectángulo: esquinas redondeadas 513">
            <a:extLst>
              <a:ext uri="{FF2B5EF4-FFF2-40B4-BE49-F238E27FC236}">
                <a16:creationId xmlns:a16="http://schemas.microsoft.com/office/drawing/2014/main" id="{D1C25A41-151A-7F1E-F4F4-D2AB10124002}"/>
              </a:ext>
            </a:extLst>
          </p:cNvPr>
          <p:cNvSpPr/>
          <p:nvPr/>
        </p:nvSpPr>
        <p:spPr>
          <a:xfrm>
            <a:off x="28414314" y="15701806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WALMART STA FE</a:t>
            </a:r>
            <a:b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Catrina Juárez</a:t>
            </a:r>
            <a:endParaRPr lang="es-ES" sz="150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5" name="Rectángulo: esquinas redondeadas 514">
            <a:extLst>
              <a:ext uri="{FF2B5EF4-FFF2-40B4-BE49-F238E27FC236}">
                <a16:creationId xmlns:a16="http://schemas.microsoft.com/office/drawing/2014/main" id="{B40D5837-0B68-AF5B-EDE3-AAAF8108F189}"/>
              </a:ext>
            </a:extLst>
          </p:cNvPr>
          <p:cNvSpPr/>
          <p:nvPr/>
        </p:nvSpPr>
        <p:spPr>
          <a:xfrm>
            <a:off x="28414314" y="16438217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SANTA FE P.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Virginia Chacón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Rectángulo: esquinas redondeadas 97">
            <a:extLst>
              <a:ext uri="{FF2B5EF4-FFF2-40B4-BE49-F238E27FC236}">
                <a16:creationId xmlns:a16="http://schemas.microsoft.com/office/drawing/2014/main" id="{B4BE1975-8FE4-7346-90AC-1008B1FBDD79}"/>
              </a:ext>
            </a:extLst>
          </p:cNvPr>
          <p:cNvSpPr/>
          <p:nvPr/>
        </p:nvSpPr>
        <p:spPr>
          <a:xfrm>
            <a:off x="28414314" y="13475115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 CORDOBA</a:t>
            </a:r>
            <a:b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Abril Quintana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99" name="Grupo 498">
            <a:extLst>
              <a:ext uri="{FF2B5EF4-FFF2-40B4-BE49-F238E27FC236}">
                <a16:creationId xmlns:a16="http://schemas.microsoft.com/office/drawing/2014/main" id="{39D223DD-004B-BA53-57EA-0359A13ECAF5}"/>
              </a:ext>
            </a:extLst>
          </p:cNvPr>
          <p:cNvGrpSpPr/>
          <p:nvPr/>
        </p:nvGrpSpPr>
        <p:grpSpPr>
          <a:xfrm>
            <a:off x="25233815" y="5708650"/>
            <a:ext cx="2662597" cy="11018417"/>
            <a:chOff x="2909332" y="6830493"/>
            <a:chExt cx="2662597" cy="11018417"/>
          </a:xfrm>
        </p:grpSpPr>
        <p:sp>
          <p:nvSpPr>
            <p:cNvPr id="96" name="Rectángulo: esquinas redondeadas 95">
              <a:extLst>
                <a:ext uri="{FF2B5EF4-FFF2-40B4-BE49-F238E27FC236}">
                  <a16:creationId xmlns:a16="http://schemas.microsoft.com/office/drawing/2014/main" id="{D421656E-4573-6224-0462-514AD6A63C66}"/>
                </a:ext>
              </a:extLst>
            </p:cNvPr>
            <p:cNvSpPr/>
            <p:nvPr/>
          </p:nvSpPr>
          <p:spPr>
            <a:xfrm>
              <a:off x="3296595" y="13051647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GRAND BOURG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Nahir Colman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0CC2E16A-CC1B-C922-7D4C-D2727FD7B981}"/>
                </a:ext>
              </a:extLst>
            </p:cNvPr>
            <p:cNvSpPr/>
            <p:nvPr/>
          </p:nvSpPr>
          <p:spPr>
            <a:xfrm>
              <a:off x="3296595" y="13753347"/>
              <a:ext cx="1888071" cy="5883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JOSE C PAZ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 err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Maria</a:t>
              </a: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s-ES" sz="1500" dirty="0" err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Conochelli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Rectángulo: esquinas redondeadas 1">
              <a:extLst>
                <a:ext uri="{FF2B5EF4-FFF2-40B4-BE49-F238E27FC236}">
                  <a16:creationId xmlns:a16="http://schemas.microsoft.com/office/drawing/2014/main" id="{4906E6ED-FB0C-D788-D81F-95FB06D0D00A}"/>
                </a:ext>
              </a:extLst>
            </p:cNvPr>
            <p:cNvSpPr/>
            <p:nvPr/>
          </p:nvSpPr>
          <p:spPr>
            <a:xfrm>
              <a:off x="3296595" y="14421411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ZARATE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Sol Soria</a:t>
              </a:r>
              <a:endPara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" name="Rectángulo: esquinas redondeadas 58">
              <a:extLst>
                <a:ext uri="{FF2B5EF4-FFF2-40B4-BE49-F238E27FC236}">
                  <a16:creationId xmlns:a16="http://schemas.microsoft.com/office/drawing/2014/main" id="{AB17BCAF-87A4-D5CE-7713-AF38742C06EB}"/>
                </a:ext>
              </a:extLst>
            </p:cNvPr>
            <p:cNvSpPr/>
            <p:nvPr/>
          </p:nvSpPr>
          <p:spPr>
            <a:xfrm>
              <a:off x="3296595" y="17226884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latin typeface="Poppins" panose="00000500000000000000" pitchFamily="2" charset="0"/>
                  <a:cs typeface="Poppins" panose="00000500000000000000" pitchFamily="2" charset="0"/>
                </a:rPr>
                <a:t>GUALEGUAYCHU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Tomás Godoy</a:t>
              </a:r>
            </a:p>
          </p:txBody>
        </p:sp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2AB0E780-A386-B2EB-B208-1F05FC05C8DC}"/>
                </a:ext>
              </a:extLst>
            </p:cNvPr>
            <p:cNvSpPr/>
            <p:nvPr/>
          </p:nvSpPr>
          <p:spPr>
            <a:xfrm>
              <a:off x="3296595" y="11648247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MARTIN AUTO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latin typeface="Poppins" panose="00000500000000000000" pitchFamily="2" charset="0"/>
                  <a:cs typeface="Poppins" panose="00000500000000000000" pitchFamily="2" charset="0"/>
                </a:rPr>
                <a:t>Nancy Ojeda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7" name="Rectángulo: esquinas redondeadas 116">
              <a:extLst>
                <a:ext uri="{FF2B5EF4-FFF2-40B4-BE49-F238E27FC236}">
                  <a16:creationId xmlns:a16="http://schemas.microsoft.com/office/drawing/2014/main" id="{856079AE-5353-6F1C-94B5-B3F1BF6671B3}"/>
                </a:ext>
              </a:extLst>
            </p:cNvPr>
            <p:cNvSpPr/>
            <p:nvPr/>
          </p:nvSpPr>
          <p:spPr>
            <a:xfrm>
              <a:off x="3296595" y="10946547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MARTIN 2 </a:t>
              </a: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Nadia </a:t>
              </a:r>
              <a:r>
                <a:rPr lang="es-ES" sz="1500" dirty="0" err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Odonel</a:t>
              </a:r>
              <a:endPara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477" name="Imagen 476">
              <a:extLst>
                <a:ext uri="{FF2B5EF4-FFF2-40B4-BE49-F238E27FC236}">
                  <a16:creationId xmlns:a16="http://schemas.microsoft.com/office/drawing/2014/main" id="{706782F9-5763-BE2F-7F6E-A916B5CEE2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/>
            <a:srcRect l="8722" t="20717" r="16699" b="19637"/>
            <a:stretch/>
          </p:blipFill>
          <p:spPr>
            <a:xfrm>
              <a:off x="3292418" y="6830493"/>
              <a:ext cx="1896425" cy="175997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500" name="Rectángulo: esquinas redondeadas 499">
              <a:extLst>
                <a:ext uri="{FF2B5EF4-FFF2-40B4-BE49-F238E27FC236}">
                  <a16:creationId xmlns:a16="http://schemas.microsoft.com/office/drawing/2014/main" id="{34E860C9-18A2-6B8E-A800-A52EFE991C07}"/>
                </a:ext>
              </a:extLst>
            </p:cNvPr>
            <p:cNvSpPr/>
            <p:nvPr/>
          </p:nvSpPr>
          <p:spPr>
            <a:xfrm>
              <a:off x="2909332" y="8670140"/>
              <a:ext cx="2662597" cy="794657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IRIS AYALA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Coord. De Operaciones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endParaRPr lang="es-ES" sz="1667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F8ACF478-FC68-80E1-12E8-A06815C24AD6}"/>
                </a:ext>
              </a:extLst>
            </p:cNvPr>
            <p:cNvSpPr/>
            <p:nvPr/>
          </p:nvSpPr>
          <p:spPr>
            <a:xfrm>
              <a:off x="3296595" y="15824811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LA RIOJA     </a:t>
              </a:r>
              <a:endParaRPr lang="es-ES" sz="1333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333" dirty="0">
                  <a:latin typeface="Poppins" panose="00000500000000000000" pitchFamily="2" charset="0"/>
                  <a:cs typeface="Poppins" panose="00000500000000000000" pitchFamily="2" charset="0"/>
                </a:rPr>
                <a:t>Nahuel Ledesma</a:t>
              </a:r>
              <a:br>
                <a:rPr lang="es-ES" sz="1333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6" name="Rectángulo: esquinas redondeadas 455">
              <a:extLst>
                <a:ext uri="{FF2B5EF4-FFF2-40B4-BE49-F238E27FC236}">
                  <a16:creationId xmlns:a16="http://schemas.microsoft.com/office/drawing/2014/main" id="{5B74F58A-E41D-DDF8-12B7-5AA587B50E0E}"/>
                </a:ext>
              </a:extLst>
            </p:cNvPr>
            <p:cNvSpPr/>
            <p:nvPr/>
          </p:nvSpPr>
          <p:spPr>
            <a:xfrm>
              <a:off x="3296595" y="16526511"/>
              <a:ext cx="1888071" cy="62070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CATAMARCA</a:t>
              </a:r>
              <a:endParaRPr lang="es-ES" sz="1333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Poppins" panose="00000500000000000000" pitchFamily="2" charset="0"/>
                  <a:cs typeface="Poppins" panose="00000500000000000000" pitchFamily="2" charset="0"/>
                </a:rPr>
                <a:t>Nicolás Melian</a:t>
              </a:r>
              <a:endParaRPr lang="es-ES" sz="14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4" name="Rectángulo: esquinas redondeadas 123">
              <a:extLst>
                <a:ext uri="{FF2B5EF4-FFF2-40B4-BE49-F238E27FC236}">
                  <a16:creationId xmlns:a16="http://schemas.microsoft.com/office/drawing/2014/main" id="{824FC32D-5BB9-0F5B-1F82-A14990956AFD}"/>
                </a:ext>
              </a:extLst>
            </p:cNvPr>
            <p:cNvSpPr/>
            <p:nvPr/>
          </p:nvSpPr>
          <p:spPr>
            <a:xfrm>
              <a:off x="3296595" y="15123111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PALMAS PILAR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Milagros F.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B3D8FFB2-8EDC-4AA5-BB18-AA212044D9C1}"/>
                </a:ext>
              </a:extLst>
            </p:cNvPr>
            <p:cNvSpPr/>
            <p:nvPr/>
          </p:nvSpPr>
          <p:spPr>
            <a:xfrm>
              <a:off x="3296595" y="9544471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VILLA DEL PARQUE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Julián Encina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51135EF7-B724-625F-643A-FAC15191DFFD}"/>
                </a:ext>
              </a:extLst>
            </p:cNvPr>
            <p:cNvSpPr/>
            <p:nvPr/>
          </p:nvSpPr>
          <p:spPr>
            <a:xfrm>
              <a:off x="3296595" y="12349947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ISIDRO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Sofia Pintos</a:t>
              </a: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439F67F5-DC67-B032-16B6-0D57FA1F9E27}"/>
                </a:ext>
              </a:extLst>
            </p:cNvPr>
            <p:cNvSpPr/>
            <p:nvPr/>
          </p:nvSpPr>
          <p:spPr>
            <a:xfrm>
              <a:off x="3296595" y="10246171"/>
              <a:ext cx="1888071" cy="62070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CASEROS</a:t>
              </a:r>
              <a:endParaRPr lang="es-ES" sz="1333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400" dirty="0">
                  <a:latin typeface="Poppins" panose="00000500000000000000" pitchFamily="2" charset="0"/>
                  <a:cs typeface="Poppins" panose="00000500000000000000" pitchFamily="2" charset="0"/>
                </a:rPr>
                <a:t>Rebeca Prado</a:t>
              </a:r>
            </a:p>
          </p:txBody>
        </p:sp>
      </p:grpSp>
      <p:grpSp>
        <p:nvGrpSpPr>
          <p:cNvPr id="502" name="Grupo 501">
            <a:extLst>
              <a:ext uri="{FF2B5EF4-FFF2-40B4-BE49-F238E27FC236}">
                <a16:creationId xmlns:a16="http://schemas.microsoft.com/office/drawing/2014/main" id="{C0DB9F42-C665-BF92-D3C5-C38CE566D7E9}"/>
              </a:ext>
            </a:extLst>
          </p:cNvPr>
          <p:cNvGrpSpPr/>
          <p:nvPr/>
        </p:nvGrpSpPr>
        <p:grpSpPr>
          <a:xfrm>
            <a:off x="17316995" y="5868998"/>
            <a:ext cx="2604093" cy="9784534"/>
            <a:chOff x="8415768" y="7933997"/>
            <a:chExt cx="2604093" cy="9784534"/>
          </a:xfrm>
        </p:grpSpPr>
        <p:sp>
          <p:nvSpPr>
            <p:cNvPr id="37" name="Rectángulo: esquinas redondeadas 36">
              <a:extLst>
                <a:ext uri="{FF2B5EF4-FFF2-40B4-BE49-F238E27FC236}">
                  <a16:creationId xmlns:a16="http://schemas.microsoft.com/office/drawing/2014/main" id="{9C608490-DE5C-689A-C3FD-1F91D5DD53B7}"/>
                </a:ext>
              </a:extLst>
            </p:cNvPr>
            <p:cNvSpPr/>
            <p:nvPr/>
          </p:nvSpPr>
          <p:spPr>
            <a:xfrm>
              <a:off x="8773779" y="1071740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TUCUMAN 2 </a:t>
              </a: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Franco Pasquet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8" name="Rectángulo: esquinas redondeadas 37">
              <a:extLst>
                <a:ext uri="{FF2B5EF4-FFF2-40B4-BE49-F238E27FC236}">
                  <a16:creationId xmlns:a16="http://schemas.microsoft.com/office/drawing/2014/main" id="{9E7BB555-3AA1-913C-ACC3-A7A79FA09C6A}"/>
                </a:ext>
              </a:extLst>
            </p:cNvPr>
            <p:cNvSpPr/>
            <p:nvPr/>
          </p:nvSpPr>
          <p:spPr>
            <a:xfrm>
              <a:off x="8773779" y="11430958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TUCUMAN 3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>
                  <a:latin typeface="Poppins" panose="00000500000000000000" pitchFamily="2" charset="0"/>
                  <a:cs typeface="Poppins" panose="00000500000000000000" pitchFamily="2" charset="0"/>
                </a:rPr>
                <a:t>Tomás Casale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7C1C742B-F54D-6D15-7FB4-13A3617EA278}"/>
                </a:ext>
              </a:extLst>
            </p:cNvPr>
            <p:cNvSpPr/>
            <p:nvPr/>
          </p:nvSpPr>
          <p:spPr>
            <a:xfrm>
              <a:off x="8773779" y="12144514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TUCUMAN 4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latin typeface="Poppins" panose="00000500000000000000" pitchFamily="2" charset="0"/>
                  <a:cs typeface="Poppins" panose="00000500000000000000" pitchFamily="2" charset="0"/>
                </a:rPr>
                <a:t>Oriana Romero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1E5A6AD3-50D7-E577-DFD8-CAD5C824BBB2}"/>
                </a:ext>
              </a:extLst>
            </p:cNvPr>
            <p:cNvSpPr/>
            <p:nvPr/>
          </p:nvSpPr>
          <p:spPr>
            <a:xfrm>
              <a:off x="8773779" y="12858070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TUCUMAN 5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Barbara Moretti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1F4FB78F-F7A6-5798-E1D5-FD578C151100}"/>
                </a:ext>
              </a:extLst>
            </p:cNvPr>
            <p:cNvSpPr/>
            <p:nvPr/>
          </p:nvSpPr>
          <p:spPr>
            <a:xfrm>
              <a:off x="8773779" y="13571626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/>
                  <a:cs typeface="Poppins"/>
                </a:rPr>
                <a:t>TUCUMAN 6</a:t>
              </a:r>
              <a:br>
                <a:rPr lang="es-ES" sz="1500" b="1"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Lourdes Tula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7BEF88AC-16FD-6EDE-2260-D1BF4FFEA321}"/>
                </a:ext>
              </a:extLst>
            </p:cNvPr>
            <p:cNvSpPr/>
            <p:nvPr/>
          </p:nvSpPr>
          <p:spPr>
            <a:xfrm>
              <a:off x="8773779" y="1428518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TUCUMAN 7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0408A1E7-C555-B328-107E-D210C8EB43E9}"/>
                </a:ext>
              </a:extLst>
            </p:cNvPr>
            <p:cNvSpPr/>
            <p:nvPr/>
          </p:nvSpPr>
          <p:spPr>
            <a:xfrm>
              <a:off x="8773779" y="14998738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/>
                  <a:cs typeface="Poppins"/>
                </a:rPr>
                <a:t>TUCUMAN 8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333" dirty="0">
                  <a:solidFill>
                    <a:schemeClr val="tx1"/>
                  </a:solidFill>
                  <a:latin typeface="Poppins"/>
                  <a:cs typeface="Poppins"/>
                </a:rPr>
                <a:t>Santiago Casanova</a:t>
              </a:r>
              <a:r>
                <a:rPr lang="es-ES" sz="1500" dirty="0">
                  <a:solidFill>
                    <a:schemeClr val="tx1"/>
                  </a:solidFill>
                  <a:latin typeface="Poppins"/>
                  <a:cs typeface="Poppins"/>
                </a:rPr>
                <a:t> </a:t>
              </a:r>
            </a:p>
          </p:txBody>
        </p:sp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317AB011-2D3F-1751-D9A5-2F7533477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3579" y="7933997"/>
              <a:ext cx="1808471" cy="180568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60" name="Rectángulo: esquinas redondeadas 59">
              <a:extLst>
                <a:ext uri="{FF2B5EF4-FFF2-40B4-BE49-F238E27FC236}">
                  <a16:creationId xmlns:a16="http://schemas.microsoft.com/office/drawing/2014/main" id="{77660750-BBA5-37F9-E3DB-56164C0D18A2}"/>
                </a:ext>
              </a:extLst>
            </p:cNvPr>
            <p:cNvSpPr/>
            <p:nvPr/>
          </p:nvSpPr>
          <p:spPr>
            <a:xfrm>
              <a:off x="8415768" y="9831215"/>
              <a:ext cx="2604093" cy="794657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AILEN PEREZ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Coord. De Operaciones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endParaRPr lang="es-ES" sz="1667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8" name="Rectángulo: esquinas redondeadas 47">
              <a:extLst>
                <a:ext uri="{FF2B5EF4-FFF2-40B4-BE49-F238E27FC236}">
                  <a16:creationId xmlns:a16="http://schemas.microsoft.com/office/drawing/2014/main" id="{93C59249-5FE4-5246-8C23-FBF30D790934}"/>
                </a:ext>
              </a:extLst>
            </p:cNvPr>
            <p:cNvSpPr/>
            <p:nvPr/>
          </p:nvSpPr>
          <p:spPr>
            <a:xfrm>
              <a:off x="8773779" y="15712294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TUCUMÁN 9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Carla Lizondo</a:t>
              </a:r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3DE01BB9-7C39-BFB5-CDB9-93DA7B744AA2}"/>
                </a:ext>
              </a:extLst>
            </p:cNvPr>
            <p:cNvSpPr/>
            <p:nvPr/>
          </p:nvSpPr>
          <p:spPr>
            <a:xfrm>
              <a:off x="8773779" y="16425846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PORTAL TUCUMAN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>
                  <a:latin typeface="Poppins" panose="00000500000000000000" pitchFamily="2" charset="0"/>
                  <a:cs typeface="Poppins" panose="00000500000000000000" pitchFamily="2" charset="0"/>
                </a:rPr>
                <a:t>Nicolás Basilico</a:t>
              </a:r>
              <a:endPara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2" name="Rectángulo: esquinas redondeadas 471">
              <a:extLst>
                <a:ext uri="{FF2B5EF4-FFF2-40B4-BE49-F238E27FC236}">
                  <a16:creationId xmlns:a16="http://schemas.microsoft.com/office/drawing/2014/main" id="{A426DB1F-CF0E-464D-DCAF-E7F5BAA036E7}"/>
                </a:ext>
              </a:extLst>
            </p:cNvPr>
            <p:cNvSpPr/>
            <p:nvPr/>
          </p:nvSpPr>
          <p:spPr>
            <a:xfrm>
              <a:off x="8773778" y="17134731"/>
              <a:ext cx="1888071" cy="5838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 DEL ESTERO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Leonel Vázquez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20" name="Rectángulo: esquinas redondeadas 119">
            <a:extLst>
              <a:ext uri="{FF2B5EF4-FFF2-40B4-BE49-F238E27FC236}">
                <a16:creationId xmlns:a16="http://schemas.microsoft.com/office/drawing/2014/main" id="{6A6408B0-54FE-FE04-E0BC-27928147A9EA}"/>
              </a:ext>
            </a:extLst>
          </p:cNvPr>
          <p:cNvSpPr/>
          <p:nvPr/>
        </p:nvSpPr>
        <p:spPr>
          <a:xfrm>
            <a:off x="14838524" y="14283740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SPINETTO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Romina Balbuena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AB0E5260-D83C-BD8C-6E44-947265B2BC15}"/>
              </a:ext>
            </a:extLst>
          </p:cNvPr>
          <p:cNvSpPr/>
          <p:nvPr/>
        </p:nvSpPr>
        <p:spPr>
          <a:xfrm>
            <a:off x="14825514" y="11483797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PRIMERA JUNTA </a:t>
            </a:r>
            <a:endParaRPr lang="es-ES" sz="15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Tomás Toscano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6EBACD2B-4590-8C1E-6E76-245EDACE9311}"/>
              </a:ext>
            </a:extLst>
          </p:cNvPr>
          <p:cNvSpPr/>
          <p:nvPr/>
        </p:nvSpPr>
        <p:spPr>
          <a:xfrm>
            <a:off x="14825514" y="1077789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FLORES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Maximiliano F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56C61321-D7CA-969B-F677-BFF24D2B9730}"/>
              </a:ext>
            </a:extLst>
          </p:cNvPr>
          <p:cNvSpPr/>
          <p:nvPr/>
        </p:nvSpPr>
        <p:spPr>
          <a:xfrm>
            <a:off x="14825514" y="936608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latin typeface="Poppins"/>
                <a:cs typeface="Poppins"/>
              </a:rPr>
              <a:t>POMPEYA</a:t>
            </a:r>
            <a:br>
              <a:rPr lang="es-ES" sz="1500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/>
                <a:cs typeface="Poppins"/>
              </a:rPr>
              <a:t>Noelia Vera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/>
              <a:cs typeface="Poppins"/>
            </a:endParaRP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C13491CB-06CC-6DD4-2ED7-F1E2FFC65BE8}"/>
              </a:ext>
            </a:extLst>
          </p:cNvPr>
          <p:cNvSpPr/>
          <p:nvPr/>
        </p:nvSpPr>
        <p:spPr>
          <a:xfrm>
            <a:off x="14825514" y="1642513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FORMOSA</a:t>
            </a:r>
            <a:b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Carla Sosa</a:t>
            </a:r>
            <a:endParaRPr lang="es-ES" sz="150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5" name="Rectángulo: esquinas redondeadas 454">
            <a:extLst>
              <a:ext uri="{FF2B5EF4-FFF2-40B4-BE49-F238E27FC236}">
                <a16:creationId xmlns:a16="http://schemas.microsoft.com/office/drawing/2014/main" id="{6690FB35-6287-3CB1-87B8-BA972BD4E4AE}"/>
              </a:ext>
            </a:extLst>
          </p:cNvPr>
          <p:cNvSpPr/>
          <p:nvPr/>
        </p:nvSpPr>
        <p:spPr>
          <a:xfrm>
            <a:off x="14825514" y="1501332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BOLIVAR</a:t>
            </a:r>
            <a:br>
              <a:rPr lang="es-ES" sz="1500" b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Jimena Quiroga</a:t>
            </a:r>
            <a:endParaRPr lang="es-ES" sz="150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9" name="Rectángulo: esquinas redondeadas 458">
            <a:extLst>
              <a:ext uri="{FF2B5EF4-FFF2-40B4-BE49-F238E27FC236}">
                <a16:creationId xmlns:a16="http://schemas.microsoft.com/office/drawing/2014/main" id="{0BE97276-223C-1C65-98F7-D956C47E9AD6}"/>
              </a:ext>
            </a:extLst>
          </p:cNvPr>
          <p:cNvSpPr/>
          <p:nvPr/>
        </p:nvSpPr>
        <p:spPr>
          <a:xfrm>
            <a:off x="14825514" y="15719229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JUNIN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Eliana González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2F846918-9128-773B-5F4A-73CD3A161701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27866" t="34455" r="24067" b="34609"/>
          <a:stretch/>
        </p:blipFill>
        <p:spPr>
          <a:xfrm>
            <a:off x="14821393" y="5868998"/>
            <a:ext cx="1896313" cy="18287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EFF1FAC-6DA7-71FE-81FD-BF529D9A5C88}"/>
              </a:ext>
            </a:extLst>
          </p:cNvPr>
          <p:cNvSpPr/>
          <p:nvPr/>
        </p:nvSpPr>
        <p:spPr>
          <a:xfrm>
            <a:off x="14457130" y="7781641"/>
            <a:ext cx="2624838" cy="794657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>
            <a:outerShdw dist="50800" dir="2700000" algn="ctr" rotWithShape="0">
              <a:srgbClr val="000000">
                <a:alpha val="10000"/>
              </a:srgbClr>
            </a:outerShdw>
          </a:effec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667" b="1" dirty="0">
                <a:latin typeface="Poppins" panose="00000500000000000000" pitchFamily="2" charset="0"/>
                <a:cs typeface="Poppins" panose="00000500000000000000" pitchFamily="2" charset="0"/>
              </a:rPr>
              <a:t>AYLEN CRESPIN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667" b="1" dirty="0">
                <a:latin typeface="Poppins" panose="00000500000000000000" pitchFamily="2" charset="0"/>
                <a:cs typeface="Poppins" panose="00000500000000000000" pitchFamily="2" charset="0"/>
              </a:rPr>
              <a:t>Coord. De Operaciones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endParaRPr lang="es-ES" sz="1667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Rectángulo: esquinas redondeadas 118">
            <a:extLst>
              <a:ext uri="{FF2B5EF4-FFF2-40B4-BE49-F238E27FC236}">
                <a16:creationId xmlns:a16="http://schemas.microsoft.com/office/drawing/2014/main" id="{E3B0666F-35B8-1ED2-F783-663FECDA2955}"/>
              </a:ext>
            </a:extLst>
          </p:cNvPr>
          <p:cNvSpPr/>
          <p:nvPr/>
        </p:nvSpPr>
        <p:spPr>
          <a:xfrm>
            <a:off x="14825514" y="8660177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CONSTITUCION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Jazmin Conforti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88401CFA-B19D-058F-20BF-185FEF0E2C4A}"/>
              </a:ext>
            </a:extLst>
          </p:cNvPr>
          <p:cNvSpPr/>
          <p:nvPr/>
        </p:nvSpPr>
        <p:spPr>
          <a:xfrm>
            <a:off x="14825514" y="1218970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ONCE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Rocio Perez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4" name="Rectángulo: esquinas redondeadas 473">
            <a:extLst>
              <a:ext uri="{FF2B5EF4-FFF2-40B4-BE49-F238E27FC236}">
                <a16:creationId xmlns:a16="http://schemas.microsoft.com/office/drawing/2014/main" id="{E2DF2E51-C971-43E3-D2F5-AC31C086B4FB}"/>
              </a:ext>
            </a:extLst>
          </p:cNvPr>
          <p:cNvSpPr/>
          <p:nvPr/>
        </p:nvSpPr>
        <p:spPr>
          <a:xfrm>
            <a:off x="14825514" y="10071987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latin typeface="Poppins" panose="00000500000000000000" pitchFamily="2" charset="0"/>
                <a:cs typeface="Poppins" panose="00000500000000000000" pitchFamily="2" charset="0"/>
              </a:rPr>
              <a:t>TERRADA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endParaRPr lang="es-ES" sz="15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6CE30C1-21FA-F110-FD39-D2ECDB581670}"/>
              </a:ext>
            </a:extLst>
          </p:cNvPr>
          <p:cNvSpPr/>
          <p:nvPr/>
        </p:nvSpPr>
        <p:spPr>
          <a:xfrm>
            <a:off x="14825514" y="12895607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CABILDO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Sathya Oleszezuk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1BAB47F-EC58-5E33-F2B3-0B4B5BA4AF9A}"/>
              </a:ext>
            </a:extLst>
          </p:cNvPr>
          <p:cNvSpPr/>
          <p:nvPr/>
        </p:nvSpPr>
        <p:spPr>
          <a:xfrm>
            <a:off x="14825514" y="13601512"/>
            <a:ext cx="1888071" cy="6220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CABILDO 2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500" dirty="0">
                <a:latin typeface="Poppins" panose="00000500000000000000" pitchFamily="2" charset="0"/>
                <a:cs typeface="Poppins" panose="00000500000000000000" pitchFamily="2" charset="0"/>
              </a:rPr>
              <a:t>Ximena Martinez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06" name="Grupo 505">
            <a:extLst>
              <a:ext uri="{FF2B5EF4-FFF2-40B4-BE49-F238E27FC236}">
                <a16:creationId xmlns:a16="http://schemas.microsoft.com/office/drawing/2014/main" id="{7FE39FEE-6F76-D638-991B-779BF5818CB6}"/>
              </a:ext>
            </a:extLst>
          </p:cNvPr>
          <p:cNvGrpSpPr/>
          <p:nvPr/>
        </p:nvGrpSpPr>
        <p:grpSpPr>
          <a:xfrm>
            <a:off x="20156116" y="5868998"/>
            <a:ext cx="2673209" cy="11340009"/>
            <a:chOff x="5535746" y="6453689"/>
            <a:chExt cx="2673209" cy="11340009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EEC5CFB1-FF9D-E236-8139-6F41FE40020C}"/>
                </a:ext>
              </a:extLst>
            </p:cNvPr>
            <p:cNvSpPr/>
            <p:nvPr/>
          </p:nvSpPr>
          <p:spPr>
            <a:xfrm>
              <a:off x="5928315" y="14255349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FERNANDO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Rosa Ayala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87E91BFA-733F-7458-487E-0814AB9CBDC1}"/>
                </a:ext>
              </a:extLst>
            </p:cNvPr>
            <p:cNvSpPr/>
            <p:nvPr/>
          </p:nvSpPr>
          <p:spPr>
            <a:xfrm>
              <a:off x="5928315" y="13559903"/>
              <a:ext cx="1888071" cy="5883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MIGUEL A.</a:t>
              </a:r>
              <a:b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Candela Gándara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6" name="Rectángulo: esquinas redondeadas 65">
              <a:extLst>
                <a:ext uri="{FF2B5EF4-FFF2-40B4-BE49-F238E27FC236}">
                  <a16:creationId xmlns:a16="http://schemas.microsoft.com/office/drawing/2014/main" id="{B4DFA686-48C1-1F0B-D501-7CD67306146B}"/>
                </a:ext>
              </a:extLst>
            </p:cNvPr>
            <p:cNvSpPr/>
            <p:nvPr/>
          </p:nvSpPr>
          <p:spPr>
            <a:xfrm>
              <a:off x="5928315" y="17171672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SAN LUIS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Belen Diaz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7" name="Rectángulo: esquinas redondeadas 66">
              <a:extLst>
                <a:ext uri="{FF2B5EF4-FFF2-40B4-BE49-F238E27FC236}">
                  <a16:creationId xmlns:a16="http://schemas.microsoft.com/office/drawing/2014/main" id="{D46B302C-7161-CF88-1BA9-496E5BA33E3A}"/>
                </a:ext>
              </a:extLst>
            </p:cNvPr>
            <p:cNvSpPr/>
            <p:nvPr/>
          </p:nvSpPr>
          <p:spPr>
            <a:xfrm>
              <a:off x="5928315" y="15713513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CORRIENTES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Carolina Olagbaju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8" name="Rectángulo: esquinas redondeadas 67">
              <a:extLst>
                <a:ext uri="{FF2B5EF4-FFF2-40B4-BE49-F238E27FC236}">
                  <a16:creationId xmlns:a16="http://schemas.microsoft.com/office/drawing/2014/main" id="{4EEBC63D-1FFD-5120-FA1E-10B536B9934C}"/>
                </a:ext>
              </a:extLst>
            </p:cNvPr>
            <p:cNvSpPr/>
            <p:nvPr/>
          </p:nvSpPr>
          <p:spPr>
            <a:xfrm>
              <a:off x="5928315" y="16442595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RESISTENCIA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8" name="Rectángulo: esquinas redondeadas 107">
              <a:extLst>
                <a:ext uri="{FF2B5EF4-FFF2-40B4-BE49-F238E27FC236}">
                  <a16:creationId xmlns:a16="http://schemas.microsoft.com/office/drawing/2014/main" id="{F61B8241-6B4E-9B59-886E-AC67E133D60B}"/>
                </a:ext>
              </a:extLst>
            </p:cNvPr>
            <p:cNvSpPr/>
            <p:nvPr/>
          </p:nvSpPr>
          <p:spPr>
            <a:xfrm>
              <a:off x="5928315" y="10708789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/>
                  <a:cs typeface="Poppins"/>
                </a:rPr>
                <a:t>MERLO</a:t>
              </a:r>
              <a:b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/>
                  <a:cs typeface="Poppins"/>
                </a:rPr>
                <a:t>Rocio Benitez</a:t>
              </a:r>
              <a:endParaRPr lang="es-ES" sz="15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2E779DAA-97E6-2097-6C0F-A6F636DBC6E3}"/>
                </a:ext>
              </a:extLst>
            </p:cNvPr>
            <p:cNvSpPr/>
            <p:nvPr/>
          </p:nvSpPr>
          <p:spPr>
            <a:xfrm>
              <a:off x="5928315" y="12166953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LINIERS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Ana Abate</a:t>
              </a:r>
              <a:endParaRPr lang="es-ES" sz="150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38772F1B-B47E-1844-1951-5586E5609295}"/>
                </a:ext>
              </a:extLst>
            </p:cNvPr>
            <p:cNvSpPr/>
            <p:nvPr/>
          </p:nvSpPr>
          <p:spPr>
            <a:xfrm>
              <a:off x="5941992" y="12896035"/>
              <a:ext cx="1860717" cy="55681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/>
                  <a:cs typeface="Poppins"/>
                </a:rPr>
                <a:t>SAN MIGUEL 3</a:t>
              </a:r>
              <a:br>
                <a:rPr lang="es-ES" sz="1500" dirty="0">
                  <a:solidFill>
                    <a:schemeClr val="tx1"/>
                  </a:solidFill>
                  <a:latin typeface="Poppins"/>
                  <a:cs typeface="Poppins"/>
                </a:rPr>
              </a:br>
              <a:r>
                <a:rPr lang="es-ES" sz="1500" dirty="0">
                  <a:latin typeface="Poppins"/>
                  <a:cs typeface="Poppins"/>
                </a:rPr>
                <a:t>Caren Ávila</a:t>
              </a:r>
              <a:endParaRPr lang="es-ES" sz="1500" dirty="0">
                <a:solidFill>
                  <a:schemeClr val="tx1"/>
                </a:solidFill>
                <a:latin typeface="Poppins"/>
                <a:cs typeface="Poppins"/>
              </a:endParaRPr>
            </a:p>
          </p:txBody>
        </p:sp>
        <p:sp>
          <p:nvSpPr>
            <p:cNvPr id="125" name="Rectángulo: esquinas redondeadas 124">
              <a:extLst>
                <a:ext uri="{FF2B5EF4-FFF2-40B4-BE49-F238E27FC236}">
                  <a16:creationId xmlns:a16="http://schemas.microsoft.com/office/drawing/2014/main" id="{E5D75FA6-05DA-D8BD-EEE4-B139681BDB93}"/>
                </a:ext>
              </a:extLst>
            </p:cNvPr>
            <p:cNvSpPr/>
            <p:nvPr/>
          </p:nvSpPr>
          <p:spPr>
            <a:xfrm>
              <a:off x="5928315" y="9979707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F. ALVAREZ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Brisa Gonzalez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6" name="Rectángulo: esquinas redondeadas 125">
              <a:extLst>
                <a:ext uri="{FF2B5EF4-FFF2-40B4-BE49-F238E27FC236}">
                  <a16:creationId xmlns:a16="http://schemas.microsoft.com/office/drawing/2014/main" id="{0CDC5551-5B26-6702-1E61-78D12224240E}"/>
                </a:ext>
              </a:extLst>
            </p:cNvPr>
            <p:cNvSpPr/>
            <p:nvPr/>
          </p:nvSpPr>
          <p:spPr>
            <a:xfrm>
              <a:off x="5928315" y="14984431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MORENO</a:t>
              </a:r>
              <a:br>
                <a:rPr lang="es-ES" sz="1500" b="1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Candela Ozzan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7" name="Rectángulo: esquinas redondeadas 126">
              <a:extLst>
                <a:ext uri="{FF2B5EF4-FFF2-40B4-BE49-F238E27FC236}">
                  <a16:creationId xmlns:a16="http://schemas.microsoft.com/office/drawing/2014/main" id="{A64F9A8B-8420-C024-B049-9762EC09A672}"/>
                </a:ext>
              </a:extLst>
            </p:cNvPr>
            <p:cNvSpPr/>
            <p:nvPr/>
          </p:nvSpPr>
          <p:spPr>
            <a:xfrm>
              <a:off x="5928315" y="9250625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LUJAN               </a:t>
              </a: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Gonzalo Diaz        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9663CDAE-D66C-7EFB-07E3-D5C55A5507F2}"/>
                </a:ext>
              </a:extLst>
            </p:cNvPr>
            <p:cNvSpPr/>
            <p:nvPr/>
          </p:nvSpPr>
          <p:spPr>
            <a:xfrm>
              <a:off x="5535746" y="8348912"/>
              <a:ext cx="2673209" cy="794657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 cap="rnd" cmpd="sng" algn="ctr">
              <a:noFill/>
              <a:prstDash val="solid"/>
            </a:ln>
            <a:effectLst>
              <a:outerShdw dist="50800" dir="2700000" algn="ctr" rotWithShape="0">
                <a:srgbClr val="000000">
                  <a:alpha val="10000"/>
                </a:srgbClr>
              </a:outerShdw>
            </a:effectLst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latin typeface="Poppins" panose="00000500000000000000" pitchFamily="2" charset="0"/>
                  <a:cs typeface="Poppins" panose="00000500000000000000" pitchFamily="2" charset="0"/>
                </a:rPr>
                <a:t>PAULA MARTINEZ</a:t>
              </a:r>
              <a:endParaRPr lang="es-ES" sz="1667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667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Coord. De Operaciones</a:t>
              </a:r>
            </a:p>
          </p:txBody>
        </p:sp>
        <p:pic>
          <p:nvPicPr>
            <p:cNvPr id="496" name="Imagen 495">
              <a:extLst>
                <a:ext uri="{FF2B5EF4-FFF2-40B4-BE49-F238E27FC236}">
                  <a16:creationId xmlns:a16="http://schemas.microsoft.com/office/drawing/2014/main" id="{4FE62E01-3B13-8B16-4437-762788B38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r="12070" b="34404"/>
            <a:stretch>
              <a:fillRect/>
            </a:stretch>
          </p:blipFill>
          <p:spPr>
            <a:xfrm>
              <a:off x="5973477" y="6453689"/>
              <a:ext cx="1797746" cy="1788167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B85F0FB7-E1D5-B4F3-8FBC-6AE98EF28F02}"/>
                </a:ext>
              </a:extLst>
            </p:cNvPr>
            <p:cNvSpPr/>
            <p:nvPr/>
          </p:nvSpPr>
          <p:spPr>
            <a:xfrm>
              <a:off x="5928315" y="11437871"/>
              <a:ext cx="1888071" cy="6220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rnd" cmpd="sng" algn="ctr">
              <a:noFill/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0020" numCol="1" spcCol="1270" rtlCol="0" anchor="t" anchorCtr="0">
              <a:noAutofit/>
              <a:flatTx/>
            </a:bodyPr>
            <a:lstStyle>
              <a:defPPr rtl="0">
                <a:defRPr lang="es-ES"/>
              </a:defPPr>
              <a:lvl1pPr marL="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9586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591728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887592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5183455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47932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775183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71047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0366910" algn="l" defTabSz="2591728" rtl="0" eaLnBrk="1" latinLnBrk="0" hangingPunct="1">
                <a:defRPr sz="510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6763">
                <a:spcBef>
                  <a:spcPct val="0"/>
                </a:spcBef>
                <a:spcAft>
                  <a:spcPct val="35000"/>
                </a:spcAft>
              </a:pPr>
              <a:r>
                <a:rPr lang="es-ES" sz="1500" b="1" dirty="0">
                  <a:latin typeface="Poppins" panose="00000500000000000000" pitchFamily="2" charset="0"/>
                  <a:cs typeface="Poppins" panose="00000500000000000000" pitchFamily="2" charset="0"/>
                </a:rPr>
                <a:t>MORÓN</a:t>
              </a:r>
              <a:br>
                <a:rPr lang="es-ES" sz="1500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</a:br>
              <a:r>
                <a:rPr lang="es-ES" sz="1500" dirty="0">
                  <a:latin typeface="Poppins" panose="00000500000000000000" pitchFamily="2" charset="0"/>
                  <a:cs typeface="Poppins" panose="00000500000000000000" pitchFamily="2" charset="0"/>
                </a:rPr>
                <a:t>Micaela Velázquez</a:t>
              </a:r>
              <a:endParaRPr lang="es-ES" sz="1500" dirty="0">
                <a:solidFill>
                  <a:schemeClr val="accent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A950FC99-5262-AB9E-99DC-D18B43CAEAAA}"/>
              </a:ext>
            </a:extLst>
          </p:cNvPr>
          <p:cNvSpPr/>
          <p:nvPr/>
        </p:nvSpPr>
        <p:spPr>
          <a:xfrm>
            <a:off x="33776268" y="8272129"/>
            <a:ext cx="1888071" cy="79465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MERCADO</a:t>
            </a:r>
          </a:p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PARAGUAY X 16</a:t>
            </a: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BDE16830-A7E5-16F4-995A-C32986886480}"/>
              </a:ext>
            </a:extLst>
          </p:cNvPr>
          <p:cNvCxnSpPr>
            <a:cxnSpLocks/>
          </p:cNvCxnSpPr>
          <p:nvPr/>
        </p:nvCxnSpPr>
        <p:spPr>
          <a:xfrm>
            <a:off x="24003364" y="5434513"/>
            <a:ext cx="0" cy="8748229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Rectángulo: esquinas redondeadas 511">
            <a:extLst>
              <a:ext uri="{FF2B5EF4-FFF2-40B4-BE49-F238E27FC236}">
                <a16:creationId xmlns:a16="http://schemas.microsoft.com/office/drawing/2014/main" id="{FB38B797-F36E-C426-0613-3649F228FC92}"/>
              </a:ext>
            </a:extLst>
          </p:cNvPr>
          <p:cNvSpPr/>
          <p:nvPr/>
        </p:nvSpPr>
        <p:spPr>
          <a:xfrm>
            <a:off x="10528248" y="13623347"/>
            <a:ext cx="1888071" cy="6220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SALTA </a:t>
            </a:r>
            <a:r>
              <a:rPr lang="es-ES" sz="1500" b="1" dirty="0">
                <a:latin typeface="Poppins" panose="00000500000000000000" pitchFamily="2" charset="0"/>
                <a:cs typeface="Poppins" panose="00000500000000000000" pitchFamily="2" charset="0"/>
              </a:rPr>
              <a:t>AUTO 2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6" name="Rectángulo: esquinas redondeadas 515">
            <a:extLst>
              <a:ext uri="{FF2B5EF4-FFF2-40B4-BE49-F238E27FC236}">
                <a16:creationId xmlns:a16="http://schemas.microsoft.com/office/drawing/2014/main" id="{9F4A3255-F6FC-D7A3-861A-0642FF6A80A1}"/>
              </a:ext>
            </a:extLst>
          </p:cNvPr>
          <p:cNvSpPr/>
          <p:nvPr/>
        </p:nvSpPr>
        <p:spPr>
          <a:xfrm>
            <a:off x="10528248" y="14335568"/>
            <a:ext cx="1888071" cy="6220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JUJUY 2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0" name="Rectángulo: esquinas redondeadas 519">
            <a:extLst>
              <a:ext uri="{FF2B5EF4-FFF2-40B4-BE49-F238E27FC236}">
                <a16:creationId xmlns:a16="http://schemas.microsoft.com/office/drawing/2014/main" id="{923F1392-A8B0-ACE7-F6C5-657286040D48}"/>
              </a:ext>
            </a:extLst>
          </p:cNvPr>
          <p:cNvSpPr/>
          <p:nvPr/>
        </p:nvSpPr>
        <p:spPr>
          <a:xfrm>
            <a:off x="4926041" y="13623347"/>
            <a:ext cx="1888071" cy="6220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9525" tIns="9525" rIns="9525" bIns="90020" numCol="1" spcCol="1270" rtlCol="0" anchor="t" anchorCtr="0">
            <a:noAutofit/>
            <a:flatTx/>
          </a:bodyPr>
          <a:lstStyle>
            <a:defPPr rtl="0">
              <a:defRPr lang="es-ES"/>
            </a:defPPr>
            <a:lvl1pPr marL="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9586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1728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887592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183455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647932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775183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071047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6910" algn="l" defTabSz="2591728" rtl="0" eaLnBrk="1" latinLnBrk="0" hangingPunct="1">
              <a:defRPr sz="51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6763">
              <a:spcBef>
                <a:spcPct val="0"/>
              </a:spcBef>
              <a:spcAft>
                <a:spcPct val="35000"/>
              </a:spcAft>
            </a:pPr>
            <a: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TANDIL 2</a:t>
            </a:r>
            <a:br>
              <a:rPr lang="es-ES" sz="15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s-ES" sz="1500" dirty="0">
              <a:solidFill>
                <a:schemeClr val="accent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503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Nueva PALETA 2023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E31F2B"/>
      </a:accent1>
      <a:accent2>
        <a:srgbClr val="227447"/>
      </a:accent2>
      <a:accent3>
        <a:srgbClr val="FFC000"/>
      </a:accent3>
      <a:accent4>
        <a:srgbClr val="00B0F0"/>
      </a:accent4>
      <a:accent5>
        <a:srgbClr val="44546A"/>
      </a:accent5>
      <a:accent6>
        <a:srgbClr val="ED7D31"/>
      </a:accent6>
      <a:hlink>
        <a:srgbClr val="00B0F0"/>
      </a:hlink>
      <a:folHlink>
        <a:srgbClr val="FF0000"/>
      </a:folHlink>
    </a:clrScheme>
    <a:fontScheme name="Custom 26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8669_TF56610394_Win32" id="{88BE8D28-965A-4484-937A-3B46CA3A3525}" vid="{035BF4E4-CA12-45FF-8A1D-CE1A7C532F1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Organigrama codificado por colores</Template>
  <TotalTime>806</TotalTime>
  <Words>581</Words>
  <Application>Microsoft Office PowerPoint</Application>
  <PresentationFormat>Personalizado</PresentationFormat>
  <Paragraphs>168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Avenir Next LT Pro Light</vt:lpstr>
      <vt:lpstr>Calibri</vt:lpstr>
      <vt:lpstr>Poppins</vt:lpstr>
      <vt:lpstr>Speak Pro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Hernan Sanabria</dc:creator>
  <cp:lastModifiedBy>Natalia Soria</cp:lastModifiedBy>
  <cp:revision>8</cp:revision>
  <cp:lastPrinted>2025-01-30T12:35:27Z</cp:lastPrinted>
  <dcterms:created xsi:type="dcterms:W3CDTF">2023-08-28T14:27:28Z</dcterms:created>
  <dcterms:modified xsi:type="dcterms:W3CDTF">2026-08-28T22:52:42Z</dcterms:modified>
</cp:coreProperties>
</file>